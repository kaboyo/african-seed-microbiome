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notesMasterIdLst>
    <p:notesMasterId r:id="rId12"/>
  </p:notesMasterIdLst>
  <p:sldIdLst>
    <p:sldId id="272" r:id="rId2"/>
    <p:sldId id="271" r:id="rId3"/>
    <p:sldId id="273" r:id="rId4"/>
    <p:sldId id="275" r:id="rId5"/>
    <p:sldId id="274" r:id="rId6"/>
    <p:sldId id="279" r:id="rId7"/>
    <p:sldId id="280" r:id="rId8"/>
    <p:sldId id="276" r:id="rId9"/>
    <p:sldId id="277" r:id="rId10"/>
    <p:sldId id="278" r:id="rId11"/>
  </p:sldIdLst>
  <p:sldSz cx="21599525" cy="29519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9437FF"/>
    <a:srgbClr val="187C77"/>
    <a:srgbClr val="FF7E79"/>
    <a:srgbClr val="008F00"/>
    <a:srgbClr val="4E8F00"/>
    <a:srgbClr val="0432FF"/>
    <a:srgbClr val="929000"/>
    <a:srgbClr val="009051"/>
    <a:srgbClr val="FFD5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856"/>
    <p:restoredTop sz="86492"/>
  </p:normalViewPr>
  <p:slideViewPr>
    <p:cSldViewPr snapToGrid="0">
      <p:cViewPr>
        <p:scale>
          <a:sx n="114" d="100"/>
          <a:sy n="114" d="100"/>
        </p:scale>
        <p:origin x="144" y="144"/>
      </p:cViewPr>
      <p:guideLst/>
    </p:cSldViewPr>
  </p:slideViewPr>
  <p:outlineViewPr>
    <p:cViewPr>
      <p:scale>
        <a:sx n="85" d="100"/>
        <a:sy n="85" d="100"/>
      </p:scale>
      <p:origin x="0" y="-66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B41F5-D7E7-2245-A966-B74F813D0551}" type="datetimeFigureOut">
              <a:rPr lang="en-US" smtClean="0"/>
              <a:t>7/10/25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0288" y="1143000"/>
            <a:ext cx="2257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D73DD-E822-404D-9460-A2BC29D1A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600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1pPr>
    <a:lvl2pPr marL="52569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2pPr>
    <a:lvl3pPr marL="105138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3pPr>
    <a:lvl4pPr marL="157707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4pPr>
    <a:lvl5pPr marL="2102766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5pPr>
    <a:lvl6pPr marL="2628460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6pPr>
    <a:lvl7pPr marL="3154151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7pPr>
    <a:lvl8pPr marL="3679844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8pPr>
    <a:lvl9pPr marL="4205535" algn="l" defTabSz="1051384" rtl="0" eaLnBrk="1" latinLnBrk="0" hangingPunct="1">
      <a:defRPr sz="13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41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187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564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160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6D73DD-E822-404D-9460-A2BC29D1A6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481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4831098"/>
            <a:ext cx="18359596" cy="10277181"/>
          </a:xfrm>
        </p:spPr>
        <p:txBody>
          <a:bodyPr anchor="b"/>
          <a:lstStyle>
            <a:lvl1pPr algn="ctr"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15504607"/>
            <a:ext cx="16199644" cy="7127059"/>
          </a:xfrm>
        </p:spPr>
        <p:txBody>
          <a:bodyPr/>
          <a:lstStyle>
            <a:lvl1pPr marL="0" indent="0" algn="ctr">
              <a:buNone/>
              <a:defRPr sz="5669"/>
            </a:lvl1pPr>
            <a:lvl2pPr marL="1080007" indent="0" algn="ctr">
              <a:buNone/>
              <a:defRPr sz="4724"/>
            </a:lvl2pPr>
            <a:lvl3pPr marL="2160013" indent="0" algn="ctr">
              <a:buNone/>
              <a:defRPr sz="4252"/>
            </a:lvl3pPr>
            <a:lvl4pPr marL="3240020" indent="0" algn="ctr">
              <a:buNone/>
              <a:defRPr sz="3780"/>
            </a:lvl4pPr>
            <a:lvl5pPr marL="4320024" indent="0" algn="ctr">
              <a:buNone/>
              <a:defRPr sz="3780"/>
            </a:lvl5pPr>
            <a:lvl6pPr marL="5400031" indent="0" algn="ctr">
              <a:buNone/>
              <a:defRPr sz="3780"/>
            </a:lvl6pPr>
            <a:lvl7pPr marL="6480037" indent="0" algn="ctr">
              <a:buNone/>
              <a:defRPr sz="3780"/>
            </a:lvl7pPr>
            <a:lvl8pPr marL="7560044" indent="0" algn="ctr">
              <a:buNone/>
              <a:defRPr sz="3780"/>
            </a:lvl8pPr>
            <a:lvl9pPr marL="8640050" indent="0" algn="ctr">
              <a:buNone/>
              <a:defRPr sz="378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486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52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7359400"/>
            <a:ext cx="18629590" cy="12279316"/>
          </a:xfrm>
        </p:spPr>
        <p:txBody>
          <a:bodyPr anchor="b"/>
          <a:lstStyle>
            <a:lvl1pPr>
              <a:defRPr sz="1417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19754883"/>
            <a:ext cx="18629590" cy="6457402"/>
          </a:xfrm>
        </p:spPr>
        <p:txBody>
          <a:bodyPr/>
          <a:lstStyle>
            <a:lvl1pPr marL="0" indent="0">
              <a:buNone/>
              <a:defRPr sz="5669">
                <a:solidFill>
                  <a:schemeClr val="tx1"/>
                </a:solidFill>
              </a:defRPr>
            </a:lvl1pPr>
            <a:lvl2pPr marL="1080007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2pPr>
            <a:lvl3pPr marL="2160013" indent="0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3pPr>
            <a:lvl4pPr marL="324002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4pPr>
            <a:lvl5pPr marL="432002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5pPr>
            <a:lvl6pPr marL="5400031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6pPr>
            <a:lvl7pPr marL="648003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7pPr>
            <a:lvl8pPr marL="7560044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8pPr>
            <a:lvl9pPr marL="864005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34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7858217"/>
            <a:ext cx="9179798" cy="1872989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36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1571651"/>
            <a:ext cx="18629590" cy="57057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7236396"/>
            <a:ext cx="9137610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10782840"/>
            <a:ext cx="9137610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3" y="7236396"/>
            <a:ext cx="9182611" cy="3546445"/>
          </a:xfrm>
        </p:spPr>
        <p:txBody>
          <a:bodyPr anchor="b"/>
          <a:lstStyle>
            <a:lvl1pPr marL="0" indent="0">
              <a:buNone/>
              <a:defRPr sz="5669" b="1"/>
            </a:lvl1pPr>
            <a:lvl2pPr marL="1080007" indent="0">
              <a:buNone/>
              <a:defRPr sz="4724" b="1"/>
            </a:lvl2pPr>
            <a:lvl3pPr marL="2160013" indent="0">
              <a:buNone/>
              <a:defRPr sz="4252" b="1"/>
            </a:lvl3pPr>
            <a:lvl4pPr marL="3240020" indent="0">
              <a:buNone/>
              <a:defRPr sz="3780" b="1"/>
            </a:lvl4pPr>
            <a:lvl5pPr marL="4320024" indent="0">
              <a:buNone/>
              <a:defRPr sz="3780" b="1"/>
            </a:lvl5pPr>
            <a:lvl6pPr marL="5400031" indent="0">
              <a:buNone/>
              <a:defRPr sz="3780" b="1"/>
            </a:lvl6pPr>
            <a:lvl7pPr marL="6480037" indent="0">
              <a:buNone/>
              <a:defRPr sz="3780" b="1"/>
            </a:lvl7pPr>
            <a:lvl8pPr marL="7560044" indent="0">
              <a:buNone/>
              <a:defRPr sz="3780" b="1"/>
            </a:lvl8pPr>
            <a:lvl9pPr marL="8640050" indent="0">
              <a:buNone/>
              <a:defRPr sz="378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3" y="10782840"/>
            <a:ext cx="9182611" cy="1585993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92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45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559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4250278"/>
            <a:ext cx="10934760" cy="20978023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69"/>
            </a:lvl3pPr>
            <a:lvl4pPr>
              <a:defRPr sz="4724"/>
            </a:lvl4pPr>
            <a:lvl5pPr>
              <a:defRPr sz="4724"/>
            </a:lvl5pPr>
            <a:lvl6pPr>
              <a:defRPr sz="4724"/>
            </a:lvl6pPr>
            <a:lvl7pPr>
              <a:defRPr sz="4724"/>
            </a:lvl7pPr>
            <a:lvl8pPr>
              <a:defRPr sz="4724"/>
            </a:lvl8pPr>
            <a:lvl9pPr>
              <a:defRPr sz="472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10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3" y="1967971"/>
            <a:ext cx="6966409" cy="6887898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4250278"/>
            <a:ext cx="10934760" cy="20978023"/>
          </a:xfrm>
        </p:spPr>
        <p:txBody>
          <a:bodyPr anchor="t"/>
          <a:lstStyle>
            <a:lvl1pPr marL="0" indent="0">
              <a:buNone/>
              <a:defRPr sz="7559"/>
            </a:lvl1pPr>
            <a:lvl2pPr marL="1080007" indent="0">
              <a:buNone/>
              <a:defRPr sz="6614"/>
            </a:lvl2pPr>
            <a:lvl3pPr marL="2160013" indent="0">
              <a:buNone/>
              <a:defRPr sz="5669"/>
            </a:lvl3pPr>
            <a:lvl4pPr marL="3240020" indent="0">
              <a:buNone/>
              <a:defRPr sz="4724"/>
            </a:lvl4pPr>
            <a:lvl5pPr marL="4320024" indent="0">
              <a:buNone/>
              <a:defRPr sz="4724"/>
            </a:lvl5pPr>
            <a:lvl6pPr marL="5400031" indent="0">
              <a:buNone/>
              <a:defRPr sz="4724"/>
            </a:lvl6pPr>
            <a:lvl7pPr marL="6480037" indent="0">
              <a:buNone/>
              <a:defRPr sz="4724"/>
            </a:lvl7pPr>
            <a:lvl8pPr marL="7560044" indent="0">
              <a:buNone/>
              <a:defRPr sz="4724"/>
            </a:lvl8pPr>
            <a:lvl9pPr marL="8640050" indent="0">
              <a:buNone/>
              <a:defRPr sz="4724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3" y="8855870"/>
            <a:ext cx="6966409" cy="16406593"/>
          </a:xfrm>
        </p:spPr>
        <p:txBody>
          <a:bodyPr/>
          <a:lstStyle>
            <a:lvl1pPr marL="0" indent="0">
              <a:buNone/>
              <a:defRPr sz="3780"/>
            </a:lvl1pPr>
            <a:lvl2pPr marL="1080007" indent="0">
              <a:buNone/>
              <a:defRPr sz="3307"/>
            </a:lvl2pPr>
            <a:lvl3pPr marL="2160013" indent="0">
              <a:buNone/>
              <a:defRPr sz="2835"/>
            </a:lvl3pPr>
            <a:lvl4pPr marL="3240020" indent="0">
              <a:buNone/>
              <a:defRPr sz="2362"/>
            </a:lvl4pPr>
            <a:lvl5pPr marL="4320024" indent="0">
              <a:buNone/>
              <a:defRPr sz="2362"/>
            </a:lvl5pPr>
            <a:lvl6pPr marL="5400031" indent="0">
              <a:buNone/>
              <a:defRPr sz="2362"/>
            </a:lvl6pPr>
            <a:lvl7pPr marL="6480037" indent="0">
              <a:buNone/>
              <a:defRPr sz="2362"/>
            </a:lvl7pPr>
            <a:lvl8pPr marL="7560044" indent="0">
              <a:buNone/>
              <a:defRPr sz="2362"/>
            </a:lvl8pPr>
            <a:lvl9pPr marL="8640050" indent="0">
              <a:buNone/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2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76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1571644"/>
            <a:ext cx="4657398" cy="2501646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70" y="1571644"/>
            <a:ext cx="13702199" cy="2501646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399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571651"/>
            <a:ext cx="18629590" cy="5705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7858217"/>
            <a:ext cx="18629590" cy="18729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8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C36E2E-C1E1-134D-B24F-A52C83510D06}" type="datetimeFigureOut">
              <a:rPr lang="en-US" smtClean="0"/>
              <a:t>7/10/25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27360268"/>
            <a:ext cx="7289840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7" y="27360268"/>
            <a:ext cx="4859893" cy="15716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AEB1D-332A-734B-928E-7B30DB388D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3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2160013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03" indent="-540003" algn="l" defTabSz="2160013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2001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700016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80021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6002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4003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20040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100047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054" indent="-540003" algn="l" defTabSz="2160013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8000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60013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4002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2002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400031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80037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60044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40050" algn="l" defTabSz="2160013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3.png"/><Relationship Id="rId7" Type="http://schemas.openxmlformats.org/officeDocument/2006/relationships/hyperlink" Target="https://www.kegg.jp/entry/2.1.1.4" TargetMode="External"/><Relationship Id="rId2" Type="http://schemas.openxmlformats.org/officeDocument/2006/relationships/hyperlink" Target="https://www.kegg.jp/pathway/mapno=00940&amp;category=Musacea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egg.jp/entry/2.1.1.68" TargetMode="External"/><Relationship Id="rId5" Type="http://schemas.openxmlformats.org/officeDocument/2006/relationships/hyperlink" Target="https://www.kegg.jp/entry/1.14.14.91" TargetMode="External"/><Relationship Id="rId10" Type="http://schemas.openxmlformats.org/officeDocument/2006/relationships/image" Target="../media/image26.png"/><Relationship Id="rId4" Type="http://schemas.openxmlformats.org/officeDocument/2006/relationships/hyperlink" Target="https://www.kegg.jp/entry/4.3.1.24" TargetMode="External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07F5F9-A43A-C499-6933-2CADC9FE20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000"/>
          <a:stretch/>
        </p:blipFill>
        <p:spPr>
          <a:xfrm>
            <a:off x="14858053" y="8732496"/>
            <a:ext cx="6709834" cy="1198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8DDC7F-A5B9-63E1-B9BD-EF36F5A5651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7850" t="7124"/>
          <a:stretch/>
        </p:blipFill>
        <p:spPr>
          <a:xfrm>
            <a:off x="14886291" y="20893731"/>
            <a:ext cx="6709834" cy="6451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F3BBCD-A2AB-61D5-2312-948079580D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7490"/>
          <a:stretch/>
        </p:blipFill>
        <p:spPr>
          <a:xfrm>
            <a:off x="1" y="8840071"/>
            <a:ext cx="537882" cy="11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262C600-ADE0-8D8E-6FC2-D6336D274A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61" r="66050"/>
          <a:stretch/>
        </p:blipFill>
        <p:spPr>
          <a:xfrm>
            <a:off x="-2" y="9183264"/>
            <a:ext cx="7067229" cy="115372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5274D9-7354-0BCD-022C-C711CA1DF5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5896" t="3761" r="34230"/>
          <a:stretch/>
        </p:blipFill>
        <p:spPr>
          <a:xfrm>
            <a:off x="7762240" y="9237052"/>
            <a:ext cx="6294723" cy="115372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FFAA26-F2B1-A3DE-9F2F-D005C44CC52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661" t="7124" r="33814"/>
          <a:stretch/>
        </p:blipFill>
        <p:spPr>
          <a:xfrm>
            <a:off x="7762240" y="20893731"/>
            <a:ext cx="6352429" cy="66871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BEE33C-7BC5-3F0B-29F6-78CE468B627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24" r="66509"/>
          <a:stretch/>
        </p:blipFill>
        <p:spPr>
          <a:xfrm>
            <a:off x="0" y="21001306"/>
            <a:ext cx="7067227" cy="66871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E426F6F-F778-1069-A5DF-63B0DCC157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5" t="12464" r="97618" b="13836"/>
          <a:stretch/>
        </p:blipFill>
        <p:spPr>
          <a:xfrm>
            <a:off x="7366529" y="10237225"/>
            <a:ext cx="383060" cy="88350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7E6F4A9-3C18-533C-205D-035C0F09DB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5" t="12464" r="97618" b="13836"/>
          <a:stretch/>
        </p:blipFill>
        <p:spPr>
          <a:xfrm>
            <a:off x="14403723" y="10237224"/>
            <a:ext cx="383060" cy="88350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8DD25CD-92F4-9C1D-56B4-77B543E341F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21" t="14344" r="97219" b="16433"/>
          <a:stretch/>
        </p:blipFill>
        <p:spPr>
          <a:xfrm>
            <a:off x="7358186" y="21577902"/>
            <a:ext cx="434623" cy="498404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4A731CB-1CBB-797B-9B2C-2C8E812659B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21" t="14344" r="97219" b="16433"/>
          <a:stretch/>
        </p:blipFill>
        <p:spPr>
          <a:xfrm>
            <a:off x="14493881" y="21531945"/>
            <a:ext cx="434623" cy="498404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00458DB-1FB1-7BBE-DCE6-8404B654135A}"/>
              </a:ext>
            </a:extLst>
          </p:cNvPr>
          <p:cNvSpPr/>
          <p:nvPr/>
        </p:nvSpPr>
        <p:spPr>
          <a:xfrm>
            <a:off x="7030907" y="15812624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9982CD-A751-F393-82F3-84C6E7B8A003}"/>
              </a:ext>
            </a:extLst>
          </p:cNvPr>
          <p:cNvSpPr/>
          <p:nvPr/>
        </p:nvSpPr>
        <p:spPr>
          <a:xfrm>
            <a:off x="7044762" y="10281923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388D81-BB42-9E41-EC59-EC9C13438BDB}"/>
              </a:ext>
            </a:extLst>
          </p:cNvPr>
          <p:cNvSpPr/>
          <p:nvPr/>
        </p:nvSpPr>
        <p:spPr>
          <a:xfrm>
            <a:off x="14046075" y="10223710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1E9F4D-31A8-3A78-7A6A-2B5B456BE75D}"/>
              </a:ext>
            </a:extLst>
          </p:cNvPr>
          <p:cNvSpPr/>
          <p:nvPr/>
        </p:nvSpPr>
        <p:spPr>
          <a:xfrm>
            <a:off x="14049495" y="16183706"/>
            <a:ext cx="68594" cy="32596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12549A-BD43-75CC-6CD8-DC41EB45DF43}"/>
              </a:ext>
            </a:extLst>
          </p:cNvPr>
          <p:cNvSpPr/>
          <p:nvPr/>
        </p:nvSpPr>
        <p:spPr>
          <a:xfrm>
            <a:off x="14094515" y="22261411"/>
            <a:ext cx="45719" cy="4087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27B210-96D5-A6FA-D58A-017D3B1788F8}"/>
              </a:ext>
            </a:extLst>
          </p:cNvPr>
          <p:cNvSpPr/>
          <p:nvPr/>
        </p:nvSpPr>
        <p:spPr>
          <a:xfrm>
            <a:off x="7072238" y="22397813"/>
            <a:ext cx="45719" cy="4087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7643F1-28BB-E826-9B7E-6ECADBC62785}"/>
              </a:ext>
            </a:extLst>
          </p:cNvPr>
          <p:cNvSpPr txBox="1"/>
          <p:nvPr/>
        </p:nvSpPr>
        <p:spPr>
          <a:xfrm>
            <a:off x="44240" y="9175716"/>
            <a:ext cx="4972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69B8B7-FB62-0160-7BF1-FA56A33441BB}"/>
              </a:ext>
            </a:extLst>
          </p:cNvPr>
          <p:cNvSpPr txBox="1"/>
          <p:nvPr/>
        </p:nvSpPr>
        <p:spPr>
          <a:xfrm>
            <a:off x="98684" y="14951880"/>
            <a:ext cx="481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F24784-0C5C-898D-473B-B6D8102626A1}"/>
              </a:ext>
            </a:extLst>
          </p:cNvPr>
          <p:cNvSpPr txBox="1"/>
          <p:nvPr/>
        </p:nvSpPr>
        <p:spPr>
          <a:xfrm>
            <a:off x="81730" y="20848296"/>
            <a:ext cx="5261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B68677-1047-44FB-5101-3874ADA2F5B4}"/>
              </a:ext>
            </a:extLst>
          </p:cNvPr>
          <p:cNvSpPr txBox="1"/>
          <p:nvPr/>
        </p:nvSpPr>
        <p:spPr>
          <a:xfrm>
            <a:off x="7328845" y="9190092"/>
            <a:ext cx="4523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A19438-1622-FA82-D5BB-3670044C806E}"/>
              </a:ext>
            </a:extLst>
          </p:cNvPr>
          <p:cNvSpPr txBox="1"/>
          <p:nvPr/>
        </p:nvSpPr>
        <p:spPr>
          <a:xfrm>
            <a:off x="7341724" y="14966256"/>
            <a:ext cx="518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2AAC62-1FEB-0B52-7790-62633D8F6BDF}"/>
              </a:ext>
            </a:extLst>
          </p:cNvPr>
          <p:cNvSpPr txBox="1"/>
          <p:nvPr/>
        </p:nvSpPr>
        <p:spPr>
          <a:xfrm>
            <a:off x="7286866" y="20862672"/>
            <a:ext cx="5277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E94E28-C2DB-0DB6-26A1-F2D5E380808E}"/>
              </a:ext>
            </a:extLst>
          </p:cNvPr>
          <p:cNvSpPr txBox="1"/>
          <p:nvPr/>
        </p:nvSpPr>
        <p:spPr>
          <a:xfrm>
            <a:off x="14309957" y="9204468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J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B24430-31B4-830C-C5A4-173EB56B37AC}"/>
              </a:ext>
            </a:extLst>
          </p:cNvPr>
          <p:cNvSpPr txBox="1"/>
          <p:nvPr/>
        </p:nvSpPr>
        <p:spPr>
          <a:xfrm>
            <a:off x="14326234" y="14980632"/>
            <a:ext cx="500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17BDCA-AD59-B467-4568-38DCE266ABEF}"/>
              </a:ext>
            </a:extLst>
          </p:cNvPr>
          <p:cNvSpPr txBox="1"/>
          <p:nvPr/>
        </p:nvSpPr>
        <p:spPr>
          <a:xfrm>
            <a:off x="14357641" y="20877048"/>
            <a:ext cx="445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1E66027E-CECB-F8D4-AFBF-D6220AB477E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015" t="86381" r="9827" b="4791"/>
          <a:stretch/>
        </p:blipFill>
        <p:spPr>
          <a:xfrm>
            <a:off x="80934" y="27677154"/>
            <a:ext cx="21486953" cy="630940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24F3678C-6FFD-4971-C924-F65D1AA80B80}"/>
              </a:ext>
            </a:extLst>
          </p:cNvPr>
          <p:cNvSpPr/>
          <p:nvPr/>
        </p:nvSpPr>
        <p:spPr>
          <a:xfrm>
            <a:off x="2550083" y="27716847"/>
            <a:ext cx="3433313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7FBA-846E-A832-1812-DB3DFF0C5371}"/>
              </a:ext>
            </a:extLst>
          </p:cNvPr>
          <p:cNvSpPr/>
          <p:nvPr/>
        </p:nvSpPr>
        <p:spPr>
          <a:xfrm>
            <a:off x="6476085" y="27716164"/>
            <a:ext cx="3494225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C24AE0A-3DF8-7F81-26DA-6E8FC6B69B57}"/>
              </a:ext>
            </a:extLst>
          </p:cNvPr>
          <p:cNvSpPr/>
          <p:nvPr/>
        </p:nvSpPr>
        <p:spPr>
          <a:xfrm>
            <a:off x="10505949" y="27716164"/>
            <a:ext cx="3745195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D349A2B-A9B7-320A-8FB8-9106991E3464}"/>
              </a:ext>
            </a:extLst>
          </p:cNvPr>
          <p:cNvSpPr/>
          <p:nvPr/>
        </p:nvSpPr>
        <p:spPr>
          <a:xfrm>
            <a:off x="14786783" y="27697122"/>
            <a:ext cx="3175538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FCABE4C-2A0A-C55C-F99C-826C31BD199E}"/>
              </a:ext>
            </a:extLst>
          </p:cNvPr>
          <p:cNvSpPr/>
          <p:nvPr/>
        </p:nvSpPr>
        <p:spPr>
          <a:xfrm>
            <a:off x="18497959" y="27716164"/>
            <a:ext cx="3069927" cy="5022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8830A9-9386-D4BE-7546-5B880680A37E}"/>
              </a:ext>
            </a:extLst>
          </p:cNvPr>
          <p:cNvSpPr txBox="1"/>
          <p:nvPr/>
        </p:nvSpPr>
        <p:spPr>
          <a:xfrm>
            <a:off x="2867889" y="1311431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333022-4E47-A93C-F5E0-3B435D273231}"/>
              </a:ext>
            </a:extLst>
          </p:cNvPr>
          <p:cNvSpPr txBox="1"/>
          <p:nvPr/>
        </p:nvSpPr>
        <p:spPr>
          <a:xfrm>
            <a:off x="6196644" y="9186543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9E2BD4D-CA18-12E6-3172-EBCA2D760557}"/>
              </a:ext>
            </a:extLst>
          </p:cNvPr>
          <p:cNvSpPr txBox="1"/>
          <p:nvPr/>
        </p:nvSpPr>
        <p:spPr>
          <a:xfrm>
            <a:off x="4925993" y="1257723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24F5C6-9D45-550A-4D3A-C150E1F6C582}"/>
              </a:ext>
            </a:extLst>
          </p:cNvPr>
          <p:cNvSpPr txBox="1"/>
          <p:nvPr/>
        </p:nvSpPr>
        <p:spPr>
          <a:xfrm>
            <a:off x="3957201" y="11554085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EFF6D8-F40E-01C4-5F24-C3E3F8092727}"/>
              </a:ext>
            </a:extLst>
          </p:cNvPr>
          <p:cNvSpPr txBox="1"/>
          <p:nvPr/>
        </p:nvSpPr>
        <p:spPr>
          <a:xfrm>
            <a:off x="1880849" y="13279994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E01610-D27C-922B-DC38-569397892BFF}"/>
              </a:ext>
            </a:extLst>
          </p:cNvPr>
          <p:cNvSpPr txBox="1"/>
          <p:nvPr/>
        </p:nvSpPr>
        <p:spPr>
          <a:xfrm>
            <a:off x="2770905" y="17662179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DC4688-2691-73EC-16BC-24382FF3711D}"/>
              </a:ext>
            </a:extLst>
          </p:cNvPr>
          <p:cNvSpPr txBox="1"/>
          <p:nvPr/>
        </p:nvSpPr>
        <p:spPr>
          <a:xfrm>
            <a:off x="1770009" y="18437465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5AF414-F4CD-79DB-B628-C7A5C9B1EF09}"/>
              </a:ext>
            </a:extLst>
          </p:cNvPr>
          <p:cNvSpPr txBox="1"/>
          <p:nvPr/>
        </p:nvSpPr>
        <p:spPr>
          <a:xfrm>
            <a:off x="3953993" y="15720169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DD36BC-9DA8-D983-7245-8B34CF38EB79}"/>
              </a:ext>
            </a:extLst>
          </p:cNvPr>
          <p:cNvSpPr txBox="1"/>
          <p:nvPr/>
        </p:nvSpPr>
        <p:spPr>
          <a:xfrm>
            <a:off x="6183338" y="1499651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23300C-4047-2829-E23E-2C87415EC7B4}"/>
              </a:ext>
            </a:extLst>
          </p:cNvPr>
          <p:cNvSpPr txBox="1"/>
          <p:nvPr/>
        </p:nvSpPr>
        <p:spPr>
          <a:xfrm>
            <a:off x="5102897" y="18550793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C329F7-EADC-36F6-851E-255033FDC954}"/>
              </a:ext>
            </a:extLst>
          </p:cNvPr>
          <p:cNvSpPr txBox="1"/>
          <p:nvPr/>
        </p:nvSpPr>
        <p:spPr>
          <a:xfrm>
            <a:off x="2665149" y="24209580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2C5CF9-A3DA-8D90-884E-8FED6162CAC9}"/>
              </a:ext>
            </a:extLst>
          </p:cNvPr>
          <p:cNvSpPr txBox="1"/>
          <p:nvPr/>
        </p:nvSpPr>
        <p:spPr>
          <a:xfrm>
            <a:off x="1729948" y="20972725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094FAB-48FF-353D-B67A-613D3ABFA2A0}"/>
              </a:ext>
            </a:extLst>
          </p:cNvPr>
          <p:cNvSpPr txBox="1"/>
          <p:nvPr/>
        </p:nvSpPr>
        <p:spPr>
          <a:xfrm>
            <a:off x="3852281" y="2460048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53510E-1000-F06E-9160-557DEEDC3AD4}"/>
              </a:ext>
            </a:extLst>
          </p:cNvPr>
          <p:cNvSpPr txBox="1"/>
          <p:nvPr/>
        </p:nvSpPr>
        <p:spPr>
          <a:xfrm>
            <a:off x="4994694" y="22589900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C4B6524-0CC8-784D-62B7-2A9FDCF9A87C}"/>
              </a:ext>
            </a:extLst>
          </p:cNvPr>
          <p:cNvSpPr txBox="1"/>
          <p:nvPr/>
        </p:nvSpPr>
        <p:spPr>
          <a:xfrm>
            <a:off x="6184204" y="25296066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C9CE2E2-2E9F-FD72-916B-EA9179F98F59}"/>
              </a:ext>
            </a:extLst>
          </p:cNvPr>
          <p:cNvSpPr txBox="1"/>
          <p:nvPr/>
        </p:nvSpPr>
        <p:spPr>
          <a:xfrm>
            <a:off x="8861354" y="1285799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8DEF70-5046-7E1E-AB24-C2DB10B0A3E7}"/>
              </a:ext>
            </a:extLst>
          </p:cNvPr>
          <p:cNvSpPr txBox="1"/>
          <p:nvPr/>
        </p:nvSpPr>
        <p:spPr>
          <a:xfrm>
            <a:off x="9950126" y="11575863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6398C2-A9C4-EA3C-8B56-D9DE2797417C}"/>
              </a:ext>
            </a:extLst>
          </p:cNvPr>
          <p:cNvSpPr txBox="1"/>
          <p:nvPr/>
        </p:nvSpPr>
        <p:spPr>
          <a:xfrm>
            <a:off x="10910187" y="11378397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77F762-2F6F-2032-ABF5-32108DA0F848}"/>
              </a:ext>
            </a:extLst>
          </p:cNvPr>
          <p:cNvSpPr txBox="1"/>
          <p:nvPr/>
        </p:nvSpPr>
        <p:spPr>
          <a:xfrm>
            <a:off x="11976752" y="1136789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2FC2CB-1365-3B37-2C09-45F9EC4E5C5A}"/>
              </a:ext>
            </a:extLst>
          </p:cNvPr>
          <p:cNvSpPr txBox="1"/>
          <p:nvPr/>
        </p:nvSpPr>
        <p:spPr>
          <a:xfrm>
            <a:off x="13210943" y="9303999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6F72A27-0995-AEB3-A5B4-B9817C8690BA}"/>
              </a:ext>
            </a:extLst>
          </p:cNvPr>
          <p:cNvSpPr txBox="1"/>
          <p:nvPr/>
        </p:nvSpPr>
        <p:spPr>
          <a:xfrm>
            <a:off x="8843176" y="17819095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1F72B93-D7AC-2647-1376-601F10C7EC2D}"/>
              </a:ext>
            </a:extLst>
          </p:cNvPr>
          <p:cNvSpPr txBox="1"/>
          <p:nvPr/>
        </p:nvSpPr>
        <p:spPr>
          <a:xfrm>
            <a:off x="9862673" y="15553283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A0814C1-8508-CADF-5A44-9DAB636A75D5}"/>
              </a:ext>
            </a:extLst>
          </p:cNvPr>
          <p:cNvSpPr txBox="1"/>
          <p:nvPr/>
        </p:nvSpPr>
        <p:spPr>
          <a:xfrm>
            <a:off x="10836589" y="15771456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306172A-46D2-9967-B43A-248B7490687F}"/>
              </a:ext>
            </a:extLst>
          </p:cNvPr>
          <p:cNvSpPr txBox="1"/>
          <p:nvPr/>
        </p:nvSpPr>
        <p:spPr>
          <a:xfrm>
            <a:off x="11992986" y="16243389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4A8E91-D156-266F-EED6-6EB483E9BCB6}"/>
              </a:ext>
            </a:extLst>
          </p:cNvPr>
          <p:cNvSpPr txBox="1"/>
          <p:nvPr/>
        </p:nvSpPr>
        <p:spPr>
          <a:xfrm>
            <a:off x="13185868" y="1506578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349638E-50CC-D1CE-2785-7F2BF43C491C}"/>
              </a:ext>
            </a:extLst>
          </p:cNvPr>
          <p:cNvSpPr txBox="1"/>
          <p:nvPr/>
        </p:nvSpPr>
        <p:spPr>
          <a:xfrm>
            <a:off x="8729668" y="21007878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C1115DE-13A0-8BF7-28DA-A48B227A9E3C}"/>
              </a:ext>
            </a:extLst>
          </p:cNvPr>
          <p:cNvSpPr txBox="1"/>
          <p:nvPr/>
        </p:nvSpPr>
        <p:spPr>
          <a:xfrm>
            <a:off x="9920055" y="2119917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C3934D4-5572-A549-7391-23D03AC8909B}"/>
              </a:ext>
            </a:extLst>
          </p:cNvPr>
          <p:cNvSpPr txBox="1"/>
          <p:nvPr/>
        </p:nvSpPr>
        <p:spPr>
          <a:xfrm>
            <a:off x="10923048" y="23610115"/>
            <a:ext cx="596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bc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DEB793-27A2-A242-EEC4-6B3A98563036}"/>
              </a:ext>
            </a:extLst>
          </p:cNvPr>
          <p:cNvSpPr txBox="1"/>
          <p:nvPr/>
        </p:nvSpPr>
        <p:spPr>
          <a:xfrm>
            <a:off x="11923373" y="2253479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120A44-5D60-F62A-9C5C-C23C722D02E1}"/>
              </a:ext>
            </a:extLst>
          </p:cNvPr>
          <p:cNvSpPr txBox="1"/>
          <p:nvPr/>
        </p:nvSpPr>
        <p:spPr>
          <a:xfrm>
            <a:off x="13240291" y="24335762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C49286-314A-BEE0-8FC4-A7E6AC9AACDB}"/>
              </a:ext>
            </a:extLst>
          </p:cNvPr>
          <p:cNvSpPr txBox="1"/>
          <p:nvPr/>
        </p:nvSpPr>
        <p:spPr>
          <a:xfrm>
            <a:off x="16197914" y="11175714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1C0F2E-FD4B-3D79-36E1-DE9F58589C9A}"/>
              </a:ext>
            </a:extLst>
          </p:cNvPr>
          <p:cNvSpPr txBox="1"/>
          <p:nvPr/>
        </p:nvSpPr>
        <p:spPr>
          <a:xfrm>
            <a:off x="17292424" y="10372425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E12ACC6-78C4-33B9-38C3-51823C5E70EF}"/>
              </a:ext>
            </a:extLst>
          </p:cNvPr>
          <p:cNvSpPr txBox="1"/>
          <p:nvPr/>
        </p:nvSpPr>
        <p:spPr>
          <a:xfrm>
            <a:off x="18363928" y="1019314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DF349C8-3803-0562-5977-FC18574AC22B}"/>
              </a:ext>
            </a:extLst>
          </p:cNvPr>
          <p:cNvSpPr txBox="1"/>
          <p:nvPr/>
        </p:nvSpPr>
        <p:spPr>
          <a:xfrm>
            <a:off x="19472294" y="12325377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D495A29-D00C-EA17-8908-5426AED1ACB6}"/>
              </a:ext>
            </a:extLst>
          </p:cNvPr>
          <p:cNvSpPr txBox="1"/>
          <p:nvPr/>
        </p:nvSpPr>
        <p:spPr>
          <a:xfrm>
            <a:off x="20539093" y="1039411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C930FD-2FEA-F947-C9C6-C56C8C742DDA}"/>
              </a:ext>
            </a:extLst>
          </p:cNvPr>
          <p:cNvSpPr txBox="1"/>
          <p:nvPr/>
        </p:nvSpPr>
        <p:spPr>
          <a:xfrm>
            <a:off x="16201152" y="15127324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47BCD72-4933-A562-3D2E-C7E0C478F96F}"/>
              </a:ext>
            </a:extLst>
          </p:cNvPr>
          <p:cNvSpPr txBox="1"/>
          <p:nvPr/>
        </p:nvSpPr>
        <p:spPr>
          <a:xfrm>
            <a:off x="17286025" y="1596103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A5F3DAC-9D65-04FC-9ABC-20C235033A4D}"/>
              </a:ext>
            </a:extLst>
          </p:cNvPr>
          <p:cNvSpPr txBox="1"/>
          <p:nvPr/>
        </p:nvSpPr>
        <p:spPr>
          <a:xfrm>
            <a:off x="18363928" y="1500566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56F42C-64BF-6B5A-3132-0928A8616B9F}"/>
              </a:ext>
            </a:extLst>
          </p:cNvPr>
          <p:cNvSpPr txBox="1"/>
          <p:nvPr/>
        </p:nvSpPr>
        <p:spPr>
          <a:xfrm>
            <a:off x="19452073" y="16881816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C455D37-61A4-EF87-F556-9B44C66DD012}"/>
              </a:ext>
            </a:extLst>
          </p:cNvPr>
          <p:cNvSpPr txBox="1"/>
          <p:nvPr/>
        </p:nvSpPr>
        <p:spPr>
          <a:xfrm>
            <a:off x="20539093" y="16124732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EEBE93-0542-6DC2-C70B-85149D826510}"/>
              </a:ext>
            </a:extLst>
          </p:cNvPr>
          <p:cNvSpPr txBox="1"/>
          <p:nvPr/>
        </p:nvSpPr>
        <p:spPr>
          <a:xfrm>
            <a:off x="16159192" y="20911201"/>
            <a:ext cx="409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D60821A-5E9C-3A0C-81EC-B4A7602B5441}"/>
              </a:ext>
            </a:extLst>
          </p:cNvPr>
          <p:cNvSpPr txBox="1"/>
          <p:nvPr/>
        </p:nvSpPr>
        <p:spPr>
          <a:xfrm>
            <a:off x="17157325" y="21462038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53A10CB-BF30-F1AF-63C3-152FDEB6B04E}"/>
              </a:ext>
            </a:extLst>
          </p:cNvPr>
          <p:cNvSpPr txBox="1"/>
          <p:nvPr/>
        </p:nvSpPr>
        <p:spPr>
          <a:xfrm>
            <a:off x="18171933" y="22534798"/>
            <a:ext cx="813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abc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3CD0E4-DD17-8E45-F32D-BC888E949EDC}"/>
              </a:ext>
            </a:extLst>
          </p:cNvPr>
          <p:cNvSpPr txBox="1"/>
          <p:nvPr/>
        </p:nvSpPr>
        <p:spPr>
          <a:xfrm>
            <a:off x="19356925" y="23595497"/>
            <a:ext cx="5886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ac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B249FC3-38DB-444B-3F7E-881F41CBB170}"/>
              </a:ext>
            </a:extLst>
          </p:cNvPr>
          <p:cNvSpPr txBox="1"/>
          <p:nvPr/>
        </p:nvSpPr>
        <p:spPr>
          <a:xfrm>
            <a:off x="20563780" y="25032756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89352CA-6D0A-1DAE-F03B-DD05BAF9CEE3}"/>
              </a:ext>
            </a:extLst>
          </p:cNvPr>
          <p:cNvSpPr txBox="1"/>
          <p:nvPr/>
        </p:nvSpPr>
        <p:spPr>
          <a:xfrm>
            <a:off x="16978973" y="20983860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7DA43-EC86-FADE-EB31-CAA8B5C5F705}"/>
              </a:ext>
            </a:extLst>
          </p:cNvPr>
          <p:cNvSpPr txBox="1"/>
          <p:nvPr/>
        </p:nvSpPr>
        <p:spPr>
          <a:xfrm>
            <a:off x="18847895" y="15170185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0.496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6AD1D21-7D3D-69B0-CFB1-85E4D03A1307}"/>
              </a:ext>
            </a:extLst>
          </p:cNvPr>
          <p:cNvSpPr txBox="1"/>
          <p:nvPr/>
        </p:nvSpPr>
        <p:spPr>
          <a:xfrm>
            <a:off x="17342254" y="9248098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0.496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8FF0BE4-2CCB-A658-117D-FF6C0634EF79}"/>
              </a:ext>
            </a:extLst>
          </p:cNvPr>
          <p:cNvSpPr txBox="1"/>
          <p:nvPr/>
        </p:nvSpPr>
        <p:spPr>
          <a:xfrm>
            <a:off x="10201347" y="20940628"/>
            <a:ext cx="21771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0.001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CC617E2-9540-0D3B-7658-7DB11856B4E0}"/>
              </a:ext>
            </a:extLst>
          </p:cNvPr>
          <p:cNvSpPr txBox="1"/>
          <p:nvPr/>
        </p:nvSpPr>
        <p:spPr>
          <a:xfrm>
            <a:off x="10062433" y="15200986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BF7B516-892D-27E8-1F06-0FFC823B26E1}"/>
              </a:ext>
            </a:extLst>
          </p:cNvPr>
          <p:cNvSpPr txBox="1"/>
          <p:nvPr/>
        </p:nvSpPr>
        <p:spPr>
          <a:xfrm>
            <a:off x="10155017" y="9448653"/>
            <a:ext cx="19944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0.04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C5B967-2D4B-C4FF-186F-1A4035C60239}"/>
              </a:ext>
            </a:extLst>
          </p:cNvPr>
          <p:cNvSpPr txBox="1"/>
          <p:nvPr/>
        </p:nvSpPr>
        <p:spPr>
          <a:xfrm>
            <a:off x="2864228" y="21073084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1.325e-05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E733C5-FDDF-9C1C-728A-22424587A683}"/>
              </a:ext>
            </a:extLst>
          </p:cNvPr>
          <p:cNvSpPr txBox="1"/>
          <p:nvPr/>
        </p:nvSpPr>
        <p:spPr>
          <a:xfrm>
            <a:off x="2843488" y="15162645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1BED5D5-B78D-7C74-7AD9-94F240C69450}"/>
              </a:ext>
            </a:extLst>
          </p:cNvPr>
          <p:cNvSpPr txBox="1"/>
          <p:nvPr/>
        </p:nvSpPr>
        <p:spPr>
          <a:xfrm>
            <a:off x="2868587" y="9360381"/>
            <a:ext cx="2836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KW: p= 2.905e-05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37CE35-8AC4-5704-6728-5E8BA3C99A7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7817"/>
          <a:stretch/>
        </p:blipFill>
        <p:spPr>
          <a:xfrm>
            <a:off x="0" y="1536971"/>
            <a:ext cx="21590563" cy="774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CBE009-4F51-9180-412A-D7D977AFE047}"/>
              </a:ext>
            </a:extLst>
          </p:cNvPr>
          <p:cNvSpPr txBox="1"/>
          <p:nvPr/>
        </p:nvSpPr>
        <p:spPr>
          <a:xfrm>
            <a:off x="7517565" y="1199945"/>
            <a:ext cx="4651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8F179-DF56-4868-5DCF-EBF026691CD3}"/>
              </a:ext>
            </a:extLst>
          </p:cNvPr>
          <p:cNvSpPr txBox="1"/>
          <p:nvPr/>
        </p:nvSpPr>
        <p:spPr>
          <a:xfrm>
            <a:off x="14484822" y="1214321"/>
            <a:ext cx="4090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774F07-2026-BF09-8771-34630C29BA71}"/>
              </a:ext>
            </a:extLst>
          </p:cNvPr>
          <p:cNvSpPr txBox="1"/>
          <p:nvPr/>
        </p:nvSpPr>
        <p:spPr>
          <a:xfrm>
            <a:off x="1665316" y="1251350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070E02-F80B-7500-BC01-449CAD96D763}"/>
              </a:ext>
            </a:extLst>
          </p:cNvPr>
          <p:cNvSpPr txBox="1"/>
          <p:nvPr/>
        </p:nvSpPr>
        <p:spPr>
          <a:xfrm>
            <a:off x="8619417" y="1255082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AC11AD-2FAB-FF5A-3268-6BB8C579BFAC}"/>
              </a:ext>
            </a:extLst>
          </p:cNvPr>
          <p:cNvSpPr txBox="1"/>
          <p:nvPr/>
        </p:nvSpPr>
        <p:spPr>
          <a:xfrm>
            <a:off x="15782123" y="1266222"/>
            <a:ext cx="55847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Archaeal community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90351C-C0D0-61A6-427E-5D3CAA029941}"/>
              </a:ext>
            </a:extLst>
          </p:cNvPr>
          <p:cNvSpPr txBox="1"/>
          <p:nvPr/>
        </p:nvSpPr>
        <p:spPr>
          <a:xfrm>
            <a:off x="265534" y="1245753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59277DD-E839-7491-BFD4-7B192FA9558C}"/>
              </a:ext>
            </a:extLst>
          </p:cNvPr>
          <p:cNvSpPr/>
          <p:nvPr/>
        </p:nvSpPr>
        <p:spPr>
          <a:xfrm>
            <a:off x="232611" y="3862561"/>
            <a:ext cx="536587" cy="2130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E64690-BC85-E649-8A08-A0EE0C0A3D26}"/>
              </a:ext>
            </a:extLst>
          </p:cNvPr>
          <p:cNvSpPr txBox="1"/>
          <p:nvPr/>
        </p:nvSpPr>
        <p:spPr>
          <a:xfrm rot="16200000">
            <a:off x="-535413" y="4585704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14E466E-075B-BF3D-3645-767A327A6B84}"/>
              </a:ext>
            </a:extLst>
          </p:cNvPr>
          <p:cNvSpPr/>
          <p:nvPr/>
        </p:nvSpPr>
        <p:spPr>
          <a:xfrm>
            <a:off x="7250107" y="3812736"/>
            <a:ext cx="732650" cy="21805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FB20E5-32F3-8101-E58F-CBD4489C5465}"/>
              </a:ext>
            </a:extLst>
          </p:cNvPr>
          <p:cNvSpPr txBox="1"/>
          <p:nvPr/>
        </p:nvSpPr>
        <p:spPr>
          <a:xfrm rot="16200000">
            <a:off x="6631793" y="4635529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17C345-E6B8-0570-F996-8E4AE22B7B5A}"/>
              </a:ext>
            </a:extLst>
          </p:cNvPr>
          <p:cNvSpPr/>
          <p:nvPr/>
        </p:nvSpPr>
        <p:spPr>
          <a:xfrm>
            <a:off x="14410534" y="3812736"/>
            <a:ext cx="483374" cy="23442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9F4B68-E72F-5496-CF2E-399862243D4A}"/>
              </a:ext>
            </a:extLst>
          </p:cNvPr>
          <p:cNvSpPr txBox="1"/>
          <p:nvPr/>
        </p:nvSpPr>
        <p:spPr>
          <a:xfrm rot="16200000">
            <a:off x="13624571" y="4743746"/>
            <a:ext cx="21307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Richness </a:t>
            </a:r>
          </a:p>
        </p:txBody>
      </p:sp>
    </p:spTree>
    <p:extLst>
      <p:ext uri="{BB962C8B-B14F-4D97-AF65-F5344CB8AC3E}">
        <p14:creationId xmlns:p14="http://schemas.microsoft.com/office/powerpoint/2010/main" val="2648659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E54F432-A9C7-A087-2263-954EFE0F5AA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39" t="14569" r="1816" b="27934"/>
          <a:stretch/>
        </p:blipFill>
        <p:spPr>
          <a:xfrm>
            <a:off x="17247" y="756469"/>
            <a:ext cx="21597590" cy="71310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0AB696-3060-F205-12F9-5BC3F358631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14961" r="1755" b="23680"/>
          <a:stretch/>
        </p:blipFill>
        <p:spPr>
          <a:xfrm>
            <a:off x="34497" y="10572022"/>
            <a:ext cx="21535797" cy="6824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C798561-00D5-4FD9-D7B1-69A929C8BA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732" t="84464" r="7357" b="4458"/>
          <a:stretch/>
        </p:blipFill>
        <p:spPr>
          <a:xfrm>
            <a:off x="887898" y="8368204"/>
            <a:ext cx="20350472" cy="154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68142E-376C-20F8-E400-3AFD8483E48D}"/>
              </a:ext>
            </a:extLst>
          </p:cNvPr>
          <p:cNvSpPr txBox="1"/>
          <p:nvPr/>
        </p:nvSpPr>
        <p:spPr>
          <a:xfrm>
            <a:off x="0" y="7905749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C7CA3F-9AA8-55B9-AD92-E5EF8F3E5BA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72" t="59499" b="2805"/>
          <a:stretch/>
        </p:blipFill>
        <p:spPr>
          <a:xfrm>
            <a:off x="40682" y="23867292"/>
            <a:ext cx="21516360" cy="455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ABA24FB-209E-5201-A934-2AC4AABBB0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54" t="10307" b="51223"/>
          <a:stretch/>
        </p:blipFill>
        <p:spPr>
          <a:xfrm>
            <a:off x="40686" y="19192965"/>
            <a:ext cx="21522002" cy="464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A8BC07F-7048-3DA8-02F9-FF4A40FA68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931" t="88058" r="3946" b="3454"/>
          <a:stretch/>
        </p:blipFill>
        <p:spPr>
          <a:xfrm>
            <a:off x="649365" y="17858610"/>
            <a:ext cx="20930577" cy="100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E97079B-426A-F626-B1F1-3446F543232D}"/>
              </a:ext>
            </a:extLst>
          </p:cNvPr>
          <p:cNvSpPr txBox="1"/>
          <p:nvPr/>
        </p:nvSpPr>
        <p:spPr>
          <a:xfrm>
            <a:off x="34497" y="17335610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3EFA0C0-EEEF-D150-D697-90D95A420C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9482" r="1755" b="85873"/>
          <a:stretch/>
        </p:blipFill>
        <p:spPr>
          <a:xfrm>
            <a:off x="42602" y="10201181"/>
            <a:ext cx="21535797" cy="51661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D52BF8F-E89D-1F87-7A93-DBD4CFD058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8" t="9482" r="1755" b="85873"/>
          <a:stretch/>
        </p:blipFill>
        <p:spPr>
          <a:xfrm>
            <a:off x="179653" y="412127"/>
            <a:ext cx="21377389" cy="51661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5F19C57-AD98-ECC9-090E-7AFF14A91DA8}"/>
              </a:ext>
            </a:extLst>
          </p:cNvPr>
          <p:cNvSpPr txBox="1"/>
          <p:nvPr/>
        </p:nvSpPr>
        <p:spPr>
          <a:xfrm>
            <a:off x="1648326" y="18980453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BFFD0F-F4A4-9B32-E1E4-F72ABE02EF4A}"/>
              </a:ext>
            </a:extLst>
          </p:cNvPr>
          <p:cNvSpPr txBox="1"/>
          <p:nvPr/>
        </p:nvSpPr>
        <p:spPr>
          <a:xfrm>
            <a:off x="8903368" y="18981406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7B1821-D3DC-BE6B-A313-5B456F45FBE5}"/>
              </a:ext>
            </a:extLst>
          </p:cNvPr>
          <p:cNvSpPr txBox="1"/>
          <p:nvPr/>
        </p:nvSpPr>
        <p:spPr>
          <a:xfrm>
            <a:off x="15872589" y="19008300"/>
            <a:ext cx="534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ARCHAEL COMMUNITY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CCCD9-2493-8ED9-88C4-7D3BC9DEC355}"/>
              </a:ext>
            </a:extLst>
          </p:cNvPr>
          <p:cNvSpPr txBox="1"/>
          <p:nvPr/>
        </p:nvSpPr>
        <p:spPr>
          <a:xfrm>
            <a:off x="1563662" y="26623877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=0.85,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p=0.001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D5211A-8072-4ECB-724B-C1066359C877}"/>
              </a:ext>
            </a:extLst>
          </p:cNvPr>
          <p:cNvSpPr txBox="1"/>
          <p:nvPr/>
        </p:nvSpPr>
        <p:spPr>
          <a:xfrm>
            <a:off x="8822937" y="26623877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=0.76,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p=0.001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7B7EE8-F9F1-878A-6145-913E889E4B27}"/>
              </a:ext>
            </a:extLst>
          </p:cNvPr>
          <p:cNvSpPr txBox="1"/>
          <p:nvPr/>
        </p:nvSpPr>
        <p:spPr>
          <a:xfrm>
            <a:off x="15905303" y="26640810"/>
            <a:ext cx="14638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</a:t>
            </a:r>
            <a:r>
              <a:rPr lang="en-US" sz="2000" b="1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=0.24,</a:t>
            </a:r>
          </a:p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p=0.012</a:t>
            </a:r>
            <a:endParaRPr lang="en-US" sz="2000" b="1" baseline="30000" dirty="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76D4DD-BB25-83B1-6ABF-3B1AD825D7F3}"/>
              </a:ext>
            </a:extLst>
          </p:cNvPr>
          <p:cNvSpPr txBox="1"/>
          <p:nvPr/>
        </p:nvSpPr>
        <p:spPr>
          <a:xfrm>
            <a:off x="-83400" y="313926"/>
            <a:ext cx="5261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8181057-E02D-8577-5FF0-017DC81DC576}"/>
              </a:ext>
            </a:extLst>
          </p:cNvPr>
          <p:cNvSpPr txBox="1"/>
          <p:nvPr/>
        </p:nvSpPr>
        <p:spPr>
          <a:xfrm>
            <a:off x="-48047" y="9916204"/>
            <a:ext cx="5004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0E0DEF-F536-968E-2BFC-F0A49EBA3F34}"/>
              </a:ext>
            </a:extLst>
          </p:cNvPr>
          <p:cNvSpPr txBox="1"/>
          <p:nvPr/>
        </p:nvSpPr>
        <p:spPr>
          <a:xfrm>
            <a:off x="23749" y="18854411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C4B3FF-5808-69FD-CBC4-924B8DE3B25E}"/>
              </a:ext>
            </a:extLst>
          </p:cNvPr>
          <p:cNvSpPr txBox="1"/>
          <p:nvPr/>
        </p:nvSpPr>
        <p:spPr>
          <a:xfrm>
            <a:off x="23749" y="23482571"/>
            <a:ext cx="5325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23F311-F6FB-CB03-4EB9-81C5A3BB02CF}"/>
              </a:ext>
            </a:extLst>
          </p:cNvPr>
          <p:cNvSpPr txBox="1"/>
          <p:nvPr/>
        </p:nvSpPr>
        <p:spPr>
          <a:xfrm>
            <a:off x="7135738" y="18854412"/>
            <a:ext cx="4603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EA3704-0139-ECDD-9CFF-362B637076EC}"/>
              </a:ext>
            </a:extLst>
          </p:cNvPr>
          <p:cNvSpPr txBox="1"/>
          <p:nvPr/>
        </p:nvSpPr>
        <p:spPr>
          <a:xfrm>
            <a:off x="7135738" y="23482572"/>
            <a:ext cx="444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7F7677-544F-747C-0891-C7BF7599D00F}"/>
              </a:ext>
            </a:extLst>
          </p:cNvPr>
          <p:cNvSpPr txBox="1"/>
          <p:nvPr/>
        </p:nvSpPr>
        <p:spPr>
          <a:xfrm>
            <a:off x="14450927" y="18854415"/>
            <a:ext cx="54053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5F6E73-D4E2-BDDB-8FAF-BD1BD266075D}"/>
              </a:ext>
            </a:extLst>
          </p:cNvPr>
          <p:cNvSpPr txBox="1"/>
          <p:nvPr/>
        </p:nvSpPr>
        <p:spPr>
          <a:xfrm>
            <a:off x="14450927" y="23482575"/>
            <a:ext cx="53572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991221-20F8-6E86-A07E-7F0104DF7AB1}"/>
              </a:ext>
            </a:extLst>
          </p:cNvPr>
          <p:cNvSpPr/>
          <p:nvPr/>
        </p:nvSpPr>
        <p:spPr>
          <a:xfrm>
            <a:off x="1041401" y="496892"/>
            <a:ext cx="39142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ED7A6E-298C-091B-A7BF-B21C46D5A0C8}"/>
              </a:ext>
            </a:extLst>
          </p:cNvPr>
          <p:cNvSpPr/>
          <p:nvPr/>
        </p:nvSpPr>
        <p:spPr>
          <a:xfrm>
            <a:off x="5185255" y="496892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477F01-CF52-4901-FB56-77ADAA0F240F}"/>
              </a:ext>
            </a:extLst>
          </p:cNvPr>
          <p:cNvSpPr/>
          <p:nvPr/>
        </p:nvSpPr>
        <p:spPr>
          <a:xfrm>
            <a:off x="9354511" y="525801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240367-4EB7-58B8-0D22-66A5E672CE32}"/>
              </a:ext>
            </a:extLst>
          </p:cNvPr>
          <p:cNvSpPr/>
          <p:nvPr/>
        </p:nvSpPr>
        <p:spPr>
          <a:xfrm>
            <a:off x="13504717" y="543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1824DAA-377D-8D51-F43B-BDD49B8476DA}"/>
              </a:ext>
            </a:extLst>
          </p:cNvPr>
          <p:cNvSpPr/>
          <p:nvPr/>
        </p:nvSpPr>
        <p:spPr>
          <a:xfrm>
            <a:off x="17635873" y="543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A960463-C39C-C031-46B9-455562711B5E}"/>
              </a:ext>
            </a:extLst>
          </p:cNvPr>
          <p:cNvSpPr/>
          <p:nvPr/>
        </p:nvSpPr>
        <p:spPr>
          <a:xfrm>
            <a:off x="927101" y="10294942"/>
            <a:ext cx="39142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9BC75FB-706C-6F14-0624-F9C2C71107C8}"/>
              </a:ext>
            </a:extLst>
          </p:cNvPr>
          <p:cNvSpPr/>
          <p:nvPr/>
        </p:nvSpPr>
        <p:spPr>
          <a:xfrm>
            <a:off x="5115405" y="10294942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99F60E-1E4D-610F-6E39-884A6F9AEB6E}"/>
              </a:ext>
            </a:extLst>
          </p:cNvPr>
          <p:cNvSpPr/>
          <p:nvPr/>
        </p:nvSpPr>
        <p:spPr>
          <a:xfrm>
            <a:off x="9284661" y="10323851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003E6AB-8963-E11B-9FC4-FCCFF9470E6C}"/>
              </a:ext>
            </a:extLst>
          </p:cNvPr>
          <p:cNvSpPr/>
          <p:nvPr/>
        </p:nvSpPr>
        <p:spPr>
          <a:xfrm>
            <a:off x="13466617" y="10322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639001D-8EB0-5569-A0B4-5AAC323C1434}"/>
              </a:ext>
            </a:extLst>
          </p:cNvPr>
          <p:cNvSpPr/>
          <p:nvPr/>
        </p:nvSpPr>
        <p:spPr>
          <a:xfrm>
            <a:off x="17642223" y="10322996"/>
            <a:ext cx="3914295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B2C390-639C-805D-FD0D-7F0036E49B5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b="6903"/>
          <a:stretch/>
        </p:blipFill>
        <p:spPr>
          <a:xfrm>
            <a:off x="1230284" y="28611943"/>
            <a:ext cx="20008818" cy="4736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23A3451-AC99-6258-489C-3B4C74169596}"/>
              </a:ext>
            </a:extLst>
          </p:cNvPr>
          <p:cNvSpPr/>
          <p:nvPr/>
        </p:nvSpPr>
        <p:spPr>
          <a:xfrm>
            <a:off x="1739123" y="28628569"/>
            <a:ext cx="35454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F2CDDD-C8F6-21DE-087A-891857934BAC}"/>
              </a:ext>
            </a:extLst>
          </p:cNvPr>
          <p:cNvSpPr/>
          <p:nvPr/>
        </p:nvSpPr>
        <p:spPr>
          <a:xfrm>
            <a:off x="5858158" y="28619627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3B9DF-6CCC-FE57-439A-C9FCEA7C4D38}"/>
              </a:ext>
            </a:extLst>
          </p:cNvPr>
          <p:cNvSpPr/>
          <p:nvPr/>
        </p:nvSpPr>
        <p:spPr>
          <a:xfrm>
            <a:off x="9551779" y="28619627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1565AB-9E4E-32CD-53C6-F0000463F457}"/>
              </a:ext>
            </a:extLst>
          </p:cNvPr>
          <p:cNvSpPr/>
          <p:nvPr/>
        </p:nvSpPr>
        <p:spPr>
          <a:xfrm>
            <a:off x="13264136" y="28611742"/>
            <a:ext cx="375701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E71E23-8A23-761B-675B-6493F1A24F16}"/>
              </a:ext>
            </a:extLst>
          </p:cNvPr>
          <p:cNvSpPr/>
          <p:nvPr/>
        </p:nvSpPr>
        <p:spPr>
          <a:xfrm>
            <a:off x="17664328" y="28613480"/>
            <a:ext cx="341443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E747C7-4954-261E-63FB-40A1129D4549}"/>
              </a:ext>
            </a:extLst>
          </p:cNvPr>
          <p:cNvSpPr/>
          <p:nvPr/>
        </p:nvSpPr>
        <p:spPr>
          <a:xfrm>
            <a:off x="16525723" y="17889879"/>
            <a:ext cx="1695371" cy="320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Others</a:t>
            </a:r>
          </a:p>
        </p:txBody>
      </p:sp>
    </p:spTree>
    <p:extLst>
      <p:ext uri="{BB962C8B-B14F-4D97-AF65-F5344CB8AC3E}">
        <p14:creationId xmlns:p14="http://schemas.microsoft.com/office/powerpoint/2010/main" val="2811249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74C5D8D-F9C0-1C19-C69C-B2C9BD8993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742" r="51684" b="3889"/>
          <a:stretch/>
        </p:blipFill>
        <p:spPr>
          <a:xfrm>
            <a:off x="4" y="17040029"/>
            <a:ext cx="10089587" cy="1036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24F781C-7BD6-8B94-42E1-E99E5DC24022}"/>
              </a:ext>
            </a:extLst>
          </p:cNvPr>
          <p:cNvSpPr/>
          <p:nvPr/>
        </p:nvSpPr>
        <p:spPr>
          <a:xfrm>
            <a:off x="1228299" y="24326154"/>
            <a:ext cx="2033516" cy="10782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2853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717F20-63FF-6B35-11E4-0646B800EF77}"/>
              </a:ext>
            </a:extLst>
          </p:cNvPr>
          <p:cNvSpPr/>
          <p:nvPr/>
        </p:nvSpPr>
        <p:spPr>
          <a:xfrm>
            <a:off x="11739350" y="24723720"/>
            <a:ext cx="2033516" cy="477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09BDCC1-9C5C-9C61-F17D-87DA3946FF9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08" r="3241"/>
          <a:stretch/>
        </p:blipFill>
        <p:spPr>
          <a:xfrm>
            <a:off x="11768" y="2265776"/>
            <a:ext cx="10738211" cy="73800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DD07A63-679B-30E4-1CCD-99D1222A8976}"/>
              </a:ext>
            </a:extLst>
          </p:cNvPr>
          <p:cNvSpPr/>
          <p:nvPr/>
        </p:nvSpPr>
        <p:spPr>
          <a:xfrm>
            <a:off x="1629624" y="7616236"/>
            <a:ext cx="2801997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94BA42-BC3C-36C1-8B89-1991E6152DF0}"/>
              </a:ext>
            </a:extLst>
          </p:cNvPr>
          <p:cNvSpPr/>
          <p:nvPr/>
        </p:nvSpPr>
        <p:spPr>
          <a:xfrm>
            <a:off x="1907073" y="7228554"/>
            <a:ext cx="252454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015D216-4F2C-AA33-8F8E-1D992E49BBAA}"/>
              </a:ext>
            </a:extLst>
          </p:cNvPr>
          <p:cNvSpPr/>
          <p:nvPr/>
        </p:nvSpPr>
        <p:spPr>
          <a:xfrm>
            <a:off x="1907072" y="6855765"/>
            <a:ext cx="252454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409F57-53F9-1130-B194-576112A605F2}"/>
              </a:ext>
            </a:extLst>
          </p:cNvPr>
          <p:cNvSpPr/>
          <p:nvPr/>
        </p:nvSpPr>
        <p:spPr>
          <a:xfrm>
            <a:off x="1729212" y="7991075"/>
            <a:ext cx="270240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E37692-2C76-E14A-2891-2D7589CEF521}"/>
              </a:ext>
            </a:extLst>
          </p:cNvPr>
          <p:cNvSpPr/>
          <p:nvPr/>
        </p:nvSpPr>
        <p:spPr>
          <a:xfrm>
            <a:off x="1729212" y="8377510"/>
            <a:ext cx="270240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49F27615-A7D8-770F-6A1A-0D17AA3875E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571" r="3198"/>
          <a:stretch/>
        </p:blipFill>
        <p:spPr>
          <a:xfrm>
            <a:off x="25414" y="9717456"/>
            <a:ext cx="10602087" cy="6876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49636A01-9046-A0C2-D3A4-47F7DF8D8AB0}"/>
              </a:ext>
            </a:extLst>
          </p:cNvPr>
          <p:cNvSpPr/>
          <p:nvPr/>
        </p:nvSpPr>
        <p:spPr>
          <a:xfrm>
            <a:off x="814812" y="14690211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5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E2013EC-0768-FBE6-70FD-D7FC9BF52A80}"/>
              </a:ext>
            </a:extLst>
          </p:cNvPr>
          <p:cNvSpPr/>
          <p:nvPr/>
        </p:nvSpPr>
        <p:spPr>
          <a:xfrm>
            <a:off x="1095470" y="14337751"/>
            <a:ext cx="235591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B2D3EC-4CB8-9449-343B-FF326E78E127}"/>
              </a:ext>
            </a:extLst>
          </p:cNvPr>
          <p:cNvSpPr/>
          <p:nvPr/>
        </p:nvSpPr>
        <p:spPr>
          <a:xfrm>
            <a:off x="1095469" y="13990112"/>
            <a:ext cx="236981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091AFB8-F3F7-A2AD-2DAD-C40F75895A98}"/>
              </a:ext>
            </a:extLst>
          </p:cNvPr>
          <p:cNvSpPr/>
          <p:nvPr/>
        </p:nvSpPr>
        <p:spPr>
          <a:xfrm>
            <a:off x="805076" y="15377249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32B80FB-6DE2-4C37-E134-7CEAEB6798B5}"/>
              </a:ext>
            </a:extLst>
          </p:cNvPr>
          <p:cNvSpPr/>
          <p:nvPr/>
        </p:nvSpPr>
        <p:spPr>
          <a:xfrm>
            <a:off x="814812" y="15019797"/>
            <a:ext cx="2637943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61D0E62-7B54-10AE-1788-64FCEF14353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818" r="27484"/>
          <a:stretch/>
        </p:blipFill>
        <p:spPr>
          <a:xfrm>
            <a:off x="10789201" y="2265776"/>
            <a:ext cx="7893673" cy="69480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0FDC890-79DA-80D8-8560-7D0152AD65F1}"/>
              </a:ext>
            </a:extLst>
          </p:cNvPr>
          <p:cNvSpPr/>
          <p:nvPr/>
        </p:nvSpPr>
        <p:spPr>
          <a:xfrm>
            <a:off x="12507453" y="7295759"/>
            <a:ext cx="226776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BC6F322-8913-62F6-2DCF-E815D0FE33B7}"/>
              </a:ext>
            </a:extLst>
          </p:cNvPr>
          <p:cNvSpPr/>
          <p:nvPr/>
        </p:nvSpPr>
        <p:spPr>
          <a:xfrm>
            <a:off x="12508812" y="6926852"/>
            <a:ext cx="226640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42E7C2C-A4CD-E9B0-2AD1-99E417DA6D20}"/>
              </a:ext>
            </a:extLst>
          </p:cNvPr>
          <p:cNvSpPr/>
          <p:nvPr/>
        </p:nvSpPr>
        <p:spPr>
          <a:xfrm>
            <a:off x="12508811" y="6577986"/>
            <a:ext cx="226776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9E3FAA6-7444-F947-BAC2-D26B675AD9AB}"/>
              </a:ext>
            </a:extLst>
          </p:cNvPr>
          <p:cNvSpPr/>
          <p:nvPr/>
        </p:nvSpPr>
        <p:spPr>
          <a:xfrm>
            <a:off x="12507452" y="7629921"/>
            <a:ext cx="2276769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969DC5A-10F9-8FAF-0473-0B852F7E2254}"/>
              </a:ext>
            </a:extLst>
          </p:cNvPr>
          <p:cNvSpPr/>
          <p:nvPr/>
        </p:nvSpPr>
        <p:spPr>
          <a:xfrm>
            <a:off x="12507452" y="7983101"/>
            <a:ext cx="226776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EEDE4AF-5DA6-4C88-3023-3971EC5EAAEC}"/>
              </a:ext>
            </a:extLst>
          </p:cNvPr>
          <p:cNvSpPr txBox="1"/>
          <p:nvPr/>
        </p:nvSpPr>
        <p:spPr>
          <a:xfrm>
            <a:off x="-1" y="1670417"/>
            <a:ext cx="10789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BACTERIAL COMMUNITY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7F81FB-7900-71B3-2925-B446A72CAEF3}"/>
              </a:ext>
            </a:extLst>
          </p:cNvPr>
          <p:cNvSpPr txBox="1"/>
          <p:nvPr/>
        </p:nvSpPr>
        <p:spPr>
          <a:xfrm>
            <a:off x="10810325" y="1671370"/>
            <a:ext cx="10789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FUNGAL COMMUNITY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AEB7F58C-28FB-4744-3582-0F9D9A99DF5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667" r="3085"/>
          <a:stretch/>
        </p:blipFill>
        <p:spPr>
          <a:xfrm>
            <a:off x="10905579" y="9711954"/>
            <a:ext cx="10659292" cy="6912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37766BD5-9B64-9E61-4FBA-2D1D341DA2B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224" t="7691" r="2522"/>
          <a:stretch/>
        </p:blipFill>
        <p:spPr>
          <a:xfrm>
            <a:off x="18679881" y="2253899"/>
            <a:ext cx="2906600" cy="608400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160E1125-87BF-3184-6341-18D0C32C71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684" t="6742" b="3889"/>
          <a:stretch/>
        </p:blipFill>
        <p:spPr>
          <a:xfrm>
            <a:off x="11150935" y="17040029"/>
            <a:ext cx="10089587" cy="1036800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FE97C53-7280-DEEB-3E08-F95A9A4F8A7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3" r="8195"/>
          <a:stretch/>
        </p:blipFill>
        <p:spPr>
          <a:xfrm>
            <a:off x="1572201" y="17040029"/>
            <a:ext cx="5917077" cy="629078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CDAB10C3-6544-BD06-5E4B-B5A4F71494A4}"/>
              </a:ext>
            </a:extLst>
          </p:cNvPr>
          <p:cNvSpPr/>
          <p:nvPr/>
        </p:nvSpPr>
        <p:spPr>
          <a:xfrm>
            <a:off x="1939266" y="17258576"/>
            <a:ext cx="1169922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DCE21C5-7922-7398-B703-165055E5E0B2}"/>
              </a:ext>
            </a:extLst>
          </p:cNvPr>
          <p:cNvSpPr/>
          <p:nvPr/>
        </p:nvSpPr>
        <p:spPr>
          <a:xfrm>
            <a:off x="3652739" y="1725118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4C8B5DA-0442-25CE-54C1-463795B0540A}"/>
              </a:ext>
            </a:extLst>
          </p:cNvPr>
          <p:cNvSpPr/>
          <p:nvPr/>
        </p:nvSpPr>
        <p:spPr>
          <a:xfrm>
            <a:off x="4678599" y="17247577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50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2FF757D-8846-BAF2-8459-E47A79538C90}"/>
              </a:ext>
            </a:extLst>
          </p:cNvPr>
          <p:cNvSpPr/>
          <p:nvPr/>
        </p:nvSpPr>
        <p:spPr>
          <a:xfrm>
            <a:off x="5723635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75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A345C05-7703-DDD9-5B03-A726FDC3BE1B}"/>
              </a:ext>
            </a:extLst>
          </p:cNvPr>
          <p:cNvSpPr/>
          <p:nvPr/>
        </p:nvSpPr>
        <p:spPr>
          <a:xfrm>
            <a:off x="6790887" y="17250723"/>
            <a:ext cx="653376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100</a:t>
            </a: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C45A1E4-F2CF-DD8C-F240-1B39125552C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73" r="8195"/>
          <a:stretch/>
        </p:blipFill>
        <p:spPr>
          <a:xfrm>
            <a:off x="11794589" y="17040029"/>
            <a:ext cx="5917077" cy="629078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E73911D-37F0-7554-70F7-B4700F3BB22A}"/>
              </a:ext>
            </a:extLst>
          </p:cNvPr>
          <p:cNvSpPr/>
          <p:nvPr/>
        </p:nvSpPr>
        <p:spPr>
          <a:xfrm>
            <a:off x="12161654" y="17258576"/>
            <a:ext cx="1169922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0D801FD-FA0B-0C41-67BF-64E62654C82C}"/>
              </a:ext>
            </a:extLst>
          </p:cNvPr>
          <p:cNvSpPr/>
          <p:nvPr/>
        </p:nvSpPr>
        <p:spPr>
          <a:xfrm>
            <a:off x="13875127" y="1725118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001BC84-BB78-0437-9F17-5AC198D85A2A}"/>
              </a:ext>
            </a:extLst>
          </p:cNvPr>
          <p:cNvSpPr/>
          <p:nvPr/>
        </p:nvSpPr>
        <p:spPr>
          <a:xfrm>
            <a:off x="14900987" y="17247577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50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09B7D07-1D50-3B4B-A0C6-1E506B37E967}"/>
              </a:ext>
            </a:extLst>
          </p:cNvPr>
          <p:cNvSpPr/>
          <p:nvPr/>
        </p:nvSpPr>
        <p:spPr>
          <a:xfrm>
            <a:off x="15946023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75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DCB9C9A-E37B-9F5F-48D1-F1EACB04CC15}"/>
              </a:ext>
            </a:extLst>
          </p:cNvPr>
          <p:cNvSpPr/>
          <p:nvPr/>
        </p:nvSpPr>
        <p:spPr>
          <a:xfrm>
            <a:off x="17013275" y="17250723"/>
            <a:ext cx="653376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100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C4BD79-81B1-F1ED-07F0-50DFEE79604C}"/>
              </a:ext>
            </a:extLst>
          </p:cNvPr>
          <p:cNvSpPr txBox="1"/>
          <p:nvPr/>
        </p:nvSpPr>
        <p:spPr>
          <a:xfrm>
            <a:off x="25414" y="1671616"/>
            <a:ext cx="543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1B951E9-4FED-4E26-FC1E-49CF3732AE51}"/>
              </a:ext>
            </a:extLst>
          </p:cNvPr>
          <p:cNvSpPr/>
          <p:nvPr/>
        </p:nvSpPr>
        <p:spPr>
          <a:xfrm>
            <a:off x="12245233" y="15402921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5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45AEAD7-10EA-D0E4-805B-55918162D778}"/>
              </a:ext>
            </a:extLst>
          </p:cNvPr>
          <p:cNvSpPr/>
          <p:nvPr/>
        </p:nvSpPr>
        <p:spPr>
          <a:xfrm>
            <a:off x="12530908" y="15042700"/>
            <a:ext cx="2355912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olitorus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CF98808-61B6-A326-C50D-FB3802352D24}"/>
              </a:ext>
            </a:extLst>
          </p:cNvPr>
          <p:cNvSpPr/>
          <p:nvPr/>
        </p:nvSpPr>
        <p:spPr>
          <a:xfrm>
            <a:off x="12517009" y="13979507"/>
            <a:ext cx="2369811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773336-5AC1-C0AF-3F5D-B04E6A3A3164}"/>
              </a:ext>
            </a:extLst>
          </p:cNvPr>
          <p:cNvSpPr/>
          <p:nvPr/>
        </p:nvSpPr>
        <p:spPr>
          <a:xfrm>
            <a:off x="12236352" y="14334414"/>
            <a:ext cx="2650468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5042B84-8043-9CB4-521F-1EF215AC0292}"/>
              </a:ext>
            </a:extLst>
          </p:cNvPr>
          <p:cNvSpPr/>
          <p:nvPr/>
        </p:nvSpPr>
        <p:spPr>
          <a:xfrm>
            <a:off x="12236352" y="14694635"/>
            <a:ext cx="2637943" cy="338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C7A13ED-1A29-9934-D11C-7458AFE5FD6B}"/>
              </a:ext>
            </a:extLst>
          </p:cNvPr>
          <p:cNvSpPr/>
          <p:nvPr/>
        </p:nvSpPr>
        <p:spPr>
          <a:xfrm>
            <a:off x="11655926" y="17232526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n°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AF1C1085-D7AB-83CB-F5BD-42FE2447E3CC}"/>
              </a:ext>
            </a:extLst>
          </p:cNvPr>
          <p:cNvSpPr/>
          <p:nvPr/>
        </p:nvSpPr>
        <p:spPr>
          <a:xfrm>
            <a:off x="1470315" y="17256944"/>
            <a:ext cx="517793" cy="2864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n°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5C96856-A27B-FB7B-3295-0671A573F51B}"/>
              </a:ext>
            </a:extLst>
          </p:cNvPr>
          <p:cNvSpPr/>
          <p:nvPr/>
        </p:nvSpPr>
        <p:spPr>
          <a:xfrm>
            <a:off x="3211074" y="17232526"/>
            <a:ext cx="335157" cy="310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02343CF0-F0FA-D2CB-71DE-02B86AFFBA00}"/>
              </a:ext>
            </a:extLst>
          </p:cNvPr>
          <p:cNvSpPr/>
          <p:nvPr/>
        </p:nvSpPr>
        <p:spPr>
          <a:xfrm>
            <a:off x="3251803" y="17297055"/>
            <a:ext cx="216000" cy="21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911707B-8B33-82CE-F634-79F12CC355ED}"/>
              </a:ext>
            </a:extLst>
          </p:cNvPr>
          <p:cNvSpPr/>
          <p:nvPr/>
        </p:nvSpPr>
        <p:spPr>
          <a:xfrm>
            <a:off x="4214446" y="17199779"/>
            <a:ext cx="386862" cy="39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45508C4-8B08-1DF4-9A98-52D03203D724}"/>
              </a:ext>
            </a:extLst>
          </p:cNvPr>
          <p:cNvSpPr/>
          <p:nvPr/>
        </p:nvSpPr>
        <p:spPr>
          <a:xfrm>
            <a:off x="4300085" y="17234694"/>
            <a:ext cx="288000" cy="288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82553BD-1C7D-AAD5-C034-FD8C92276610}"/>
              </a:ext>
            </a:extLst>
          </p:cNvPr>
          <p:cNvSpPr/>
          <p:nvPr/>
        </p:nvSpPr>
        <p:spPr>
          <a:xfrm>
            <a:off x="5287108" y="17109831"/>
            <a:ext cx="436527" cy="559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E860AA-665E-B3E1-8D1D-BD9B3805842F}"/>
              </a:ext>
            </a:extLst>
          </p:cNvPr>
          <p:cNvSpPr/>
          <p:nvPr/>
        </p:nvSpPr>
        <p:spPr>
          <a:xfrm>
            <a:off x="5311989" y="17210796"/>
            <a:ext cx="360000" cy="360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964922E-6625-D0BE-159B-B265C1AEA99E}"/>
              </a:ext>
            </a:extLst>
          </p:cNvPr>
          <p:cNvSpPr/>
          <p:nvPr/>
        </p:nvSpPr>
        <p:spPr>
          <a:xfrm>
            <a:off x="6301154" y="17109831"/>
            <a:ext cx="489733" cy="6154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D0A76AB-36D1-88B4-1827-47332B56A3F5}"/>
              </a:ext>
            </a:extLst>
          </p:cNvPr>
          <p:cNvSpPr/>
          <p:nvPr/>
        </p:nvSpPr>
        <p:spPr>
          <a:xfrm>
            <a:off x="6370811" y="17199779"/>
            <a:ext cx="396000" cy="39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F0BD318-EDFD-C1F4-3156-5DEF22B01712}"/>
              </a:ext>
            </a:extLst>
          </p:cNvPr>
          <p:cNvSpPr/>
          <p:nvPr/>
        </p:nvSpPr>
        <p:spPr>
          <a:xfrm>
            <a:off x="13331576" y="17199779"/>
            <a:ext cx="441290" cy="3229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04CE001-DC1B-A356-43A2-F87DB58B47F3}"/>
              </a:ext>
            </a:extLst>
          </p:cNvPr>
          <p:cNvSpPr/>
          <p:nvPr/>
        </p:nvSpPr>
        <p:spPr>
          <a:xfrm>
            <a:off x="13462467" y="17267745"/>
            <a:ext cx="216000" cy="21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E01751F3-6D50-83FD-2B9E-E21F4745C085}"/>
              </a:ext>
            </a:extLst>
          </p:cNvPr>
          <p:cNvSpPr/>
          <p:nvPr/>
        </p:nvSpPr>
        <p:spPr>
          <a:xfrm>
            <a:off x="14442830" y="17199779"/>
            <a:ext cx="413141" cy="39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63EFF57A-BF5B-C2A4-470B-648C5B5FA5B5}"/>
              </a:ext>
            </a:extLst>
          </p:cNvPr>
          <p:cNvSpPr/>
          <p:nvPr/>
        </p:nvSpPr>
        <p:spPr>
          <a:xfrm>
            <a:off x="14522473" y="17234694"/>
            <a:ext cx="288000" cy="288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5F8D456-3EA6-38E8-F812-250AEFCFBE31}"/>
              </a:ext>
            </a:extLst>
          </p:cNvPr>
          <p:cNvSpPr/>
          <p:nvPr/>
        </p:nvSpPr>
        <p:spPr>
          <a:xfrm>
            <a:off x="15418780" y="17109831"/>
            <a:ext cx="527243" cy="4859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86A931BA-E495-461A-FBCB-7299349D1C6B}"/>
              </a:ext>
            </a:extLst>
          </p:cNvPr>
          <p:cNvSpPr/>
          <p:nvPr/>
        </p:nvSpPr>
        <p:spPr>
          <a:xfrm>
            <a:off x="15534377" y="17210796"/>
            <a:ext cx="360000" cy="360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6A7A038-E562-D851-09FD-D47FB11A2FEE}"/>
              </a:ext>
            </a:extLst>
          </p:cNvPr>
          <p:cNvSpPr/>
          <p:nvPr/>
        </p:nvSpPr>
        <p:spPr>
          <a:xfrm>
            <a:off x="16463816" y="17109831"/>
            <a:ext cx="549459" cy="559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09A7D8AE-5E50-398E-9E27-1E5067BE981B}"/>
              </a:ext>
            </a:extLst>
          </p:cNvPr>
          <p:cNvSpPr/>
          <p:nvPr/>
        </p:nvSpPr>
        <p:spPr>
          <a:xfrm>
            <a:off x="16593199" y="17199779"/>
            <a:ext cx="396000" cy="3960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F20A636-6FB0-FFED-B943-16A328EF1423}"/>
              </a:ext>
            </a:extLst>
          </p:cNvPr>
          <p:cNvSpPr/>
          <p:nvPr/>
        </p:nvSpPr>
        <p:spPr>
          <a:xfrm>
            <a:off x="11819406" y="24370303"/>
            <a:ext cx="2033516" cy="10341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Total ASVs</a:t>
            </a:r>
          </a:p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741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1740F875-4EC3-DD4E-6927-BB55E0EAF1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8040" t="15436" r="3085"/>
          <a:stretch/>
        </p:blipFill>
        <p:spPr>
          <a:xfrm>
            <a:off x="18333853" y="9873449"/>
            <a:ext cx="3265671" cy="5845082"/>
          </a:xfrm>
          <a:prstGeom prst="rect">
            <a:avLst/>
          </a:prstGeom>
        </p:spPr>
      </p:pic>
      <p:sp>
        <p:nvSpPr>
          <p:cNvPr id="117" name="Rectangle 116">
            <a:extLst>
              <a:ext uri="{FF2B5EF4-FFF2-40B4-BE49-F238E27FC236}">
                <a16:creationId xmlns:a16="http://schemas.microsoft.com/office/drawing/2014/main" id="{BE802C02-DC3B-AAC7-1FB9-AC3A0DCD6ECE}"/>
              </a:ext>
            </a:extLst>
          </p:cNvPr>
          <p:cNvSpPr/>
          <p:nvPr/>
        </p:nvSpPr>
        <p:spPr>
          <a:xfrm>
            <a:off x="18259426" y="9873449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Genera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C236C35-1E0F-FE25-9429-173264F253D0}"/>
              </a:ext>
            </a:extLst>
          </p:cNvPr>
          <p:cNvSpPr/>
          <p:nvPr/>
        </p:nvSpPr>
        <p:spPr>
          <a:xfrm>
            <a:off x="5462150" y="9907265"/>
            <a:ext cx="1638737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Genera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28238E3-3273-FFE9-BF18-FC5F96998909}"/>
              </a:ext>
            </a:extLst>
          </p:cNvPr>
          <p:cNvSpPr/>
          <p:nvPr/>
        </p:nvSpPr>
        <p:spPr>
          <a:xfrm>
            <a:off x="18619535" y="2265776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Orders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7B2B310-3775-7AD2-28CF-5D4390F2FF2B}"/>
              </a:ext>
            </a:extLst>
          </p:cNvPr>
          <p:cNvSpPr/>
          <p:nvPr/>
        </p:nvSpPr>
        <p:spPr>
          <a:xfrm>
            <a:off x="8199186" y="2309721"/>
            <a:ext cx="1614486" cy="380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Orders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809C20-25E3-8A6C-3177-0443476EA245}"/>
              </a:ext>
            </a:extLst>
          </p:cNvPr>
          <p:cNvSpPr txBox="1"/>
          <p:nvPr/>
        </p:nvSpPr>
        <p:spPr>
          <a:xfrm>
            <a:off x="20068" y="9740629"/>
            <a:ext cx="535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1F328E1-F429-6B3E-7229-E4300222E4F5}"/>
              </a:ext>
            </a:extLst>
          </p:cNvPr>
          <p:cNvSpPr txBox="1"/>
          <p:nvPr/>
        </p:nvSpPr>
        <p:spPr>
          <a:xfrm>
            <a:off x="44596" y="16973889"/>
            <a:ext cx="5180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A8A1CBE-00B2-0E4E-086B-C60E4CFC7132}"/>
              </a:ext>
            </a:extLst>
          </p:cNvPr>
          <p:cNvSpPr txBox="1"/>
          <p:nvPr/>
        </p:nvSpPr>
        <p:spPr>
          <a:xfrm>
            <a:off x="10730208" y="17064788"/>
            <a:ext cx="4844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C00A6A8-D5EE-E63D-FC7A-599B2A6EB6DA}"/>
              </a:ext>
            </a:extLst>
          </p:cNvPr>
          <p:cNvSpPr txBox="1"/>
          <p:nvPr/>
        </p:nvSpPr>
        <p:spPr>
          <a:xfrm>
            <a:off x="10666507" y="9748409"/>
            <a:ext cx="5004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B2BB062-7A4F-516A-DC41-67A87D66C7B9}"/>
              </a:ext>
            </a:extLst>
          </p:cNvPr>
          <p:cNvSpPr txBox="1"/>
          <p:nvPr/>
        </p:nvSpPr>
        <p:spPr>
          <a:xfrm>
            <a:off x="10761748" y="1618246"/>
            <a:ext cx="567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6BF4CBE-D75D-C847-BC08-88383389104F}"/>
              </a:ext>
            </a:extLst>
          </p:cNvPr>
          <p:cNvSpPr/>
          <p:nvPr/>
        </p:nvSpPr>
        <p:spPr>
          <a:xfrm>
            <a:off x="1729212" y="8952884"/>
            <a:ext cx="856625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8C04BB2-E7FD-DC41-1F95-BC14A7371512}"/>
              </a:ext>
            </a:extLst>
          </p:cNvPr>
          <p:cNvSpPr/>
          <p:nvPr/>
        </p:nvSpPr>
        <p:spPr>
          <a:xfrm>
            <a:off x="12507452" y="8639574"/>
            <a:ext cx="9057419" cy="770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6EF54781-3095-F322-5BCD-64F698788CB7}"/>
              </a:ext>
            </a:extLst>
          </p:cNvPr>
          <p:cNvSpPr/>
          <p:nvPr/>
        </p:nvSpPr>
        <p:spPr>
          <a:xfrm>
            <a:off x="1729212" y="16047760"/>
            <a:ext cx="856625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D2E5D8E-F1D8-7A68-D367-0C00482BCB33}"/>
              </a:ext>
            </a:extLst>
          </p:cNvPr>
          <p:cNvSpPr/>
          <p:nvPr/>
        </p:nvSpPr>
        <p:spPr>
          <a:xfrm>
            <a:off x="12507452" y="15768317"/>
            <a:ext cx="9057419" cy="770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390497F-CC60-F1C0-AA9F-BE91BD22D82D}"/>
              </a:ext>
            </a:extLst>
          </p:cNvPr>
          <p:cNvSpPr/>
          <p:nvPr/>
        </p:nvSpPr>
        <p:spPr>
          <a:xfrm rot="16200000">
            <a:off x="945757" y="11518613"/>
            <a:ext cx="3808596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3F2CB04-2961-D1D6-968B-620960E563F0}"/>
              </a:ext>
            </a:extLst>
          </p:cNvPr>
          <p:cNvSpPr/>
          <p:nvPr/>
        </p:nvSpPr>
        <p:spPr>
          <a:xfrm rot="16200000">
            <a:off x="949696" y="4281433"/>
            <a:ext cx="3788199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A9758B6-4D87-AAFD-1D8F-F8CB8ECB5995}"/>
              </a:ext>
            </a:extLst>
          </p:cNvPr>
          <p:cNvSpPr/>
          <p:nvPr/>
        </p:nvSpPr>
        <p:spPr>
          <a:xfrm rot="16200000">
            <a:off x="11648171" y="11518613"/>
            <a:ext cx="3808596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8A4D41A-D54D-F851-921B-16A73AE594F2}"/>
              </a:ext>
            </a:extLst>
          </p:cNvPr>
          <p:cNvSpPr/>
          <p:nvPr/>
        </p:nvSpPr>
        <p:spPr>
          <a:xfrm rot="16200000">
            <a:off x="11652110" y="4281433"/>
            <a:ext cx="3788199" cy="5182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 per Class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2C97DF4-F6AA-0C38-EB13-87098B4AFE5A}"/>
              </a:ext>
            </a:extLst>
          </p:cNvPr>
          <p:cNvSpPr/>
          <p:nvPr/>
        </p:nvSpPr>
        <p:spPr>
          <a:xfrm>
            <a:off x="1629624" y="3452185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EA3E16F-5B96-E1BA-DD09-32954BA71682}"/>
              </a:ext>
            </a:extLst>
          </p:cNvPr>
          <p:cNvSpPr/>
          <p:nvPr/>
        </p:nvSpPr>
        <p:spPr>
          <a:xfrm>
            <a:off x="856536" y="10719963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7161C8-2E53-84E3-5FEA-3FC6B7EE1C9B}"/>
              </a:ext>
            </a:extLst>
          </p:cNvPr>
          <p:cNvSpPr/>
          <p:nvPr/>
        </p:nvSpPr>
        <p:spPr>
          <a:xfrm>
            <a:off x="12364506" y="10653306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9482041-9C3C-50B2-5193-DE40DF6A3CA1}"/>
              </a:ext>
            </a:extLst>
          </p:cNvPr>
          <p:cNvSpPr/>
          <p:nvPr/>
        </p:nvSpPr>
        <p:spPr>
          <a:xfrm>
            <a:off x="12332369" y="3168550"/>
            <a:ext cx="650750" cy="24055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89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20255BC-956C-D6D3-31D4-CF42B22070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87" b="30177"/>
          <a:stretch/>
        </p:blipFill>
        <p:spPr>
          <a:xfrm>
            <a:off x="-1" y="2586564"/>
            <a:ext cx="21606955" cy="60763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6F29B2-A7B3-EB3A-0749-96137562CC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693" b="29472"/>
          <a:stretch/>
        </p:blipFill>
        <p:spPr>
          <a:xfrm>
            <a:off x="-1" y="9494194"/>
            <a:ext cx="21605631" cy="61377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7D11BB-683D-5773-F344-9466653381D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76" b="37338"/>
          <a:stretch/>
        </p:blipFill>
        <p:spPr>
          <a:xfrm>
            <a:off x="9501" y="16469587"/>
            <a:ext cx="21610933" cy="5459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0518547-9E2B-7489-729C-BC6986A598B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b="6903"/>
          <a:stretch/>
        </p:blipFill>
        <p:spPr>
          <a:xfrm>
            <a:off x="1247217" y="22820764"/>
            <a:ext cx="20008818" cy="47366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9D837276-173B-1549-523D-02039419B820}"/>
              </a:ext>
            </a:extLst>
          </p:cNvPr>
          <p:cNvSpPr/>
          <p:nvPr/>
        </p:nvSpPr>
        <p:spPr>
          <a:xfrm>
            <a:off x="1756056" y="22837390"/>
            <a:ext cx="35454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88940D-623C-29D1-C9F5-FA19245555A7}"/>
              </a:ext>
            </a:extLst>
          </p:cNvPr>
          <p:cNvSpPr/>
          <p:nvPr/>
        </p:nvSpPr>
        <p:spPr>
          <a:xfrm>
            <a:off x="5875091" y="22828448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13D4B8-6171-A27C-39D5-C7983DCBAD3D}"/>
              </a:ext>
            </a:extLst>
          </p:cNvPr>
          <p:cNvSpPr/>
          <p:nvPr/>
        </p:nvSpPr>
        <p:spPr>
          <a:xfrm>
            <a:off x="9568712" y="22828448"/>
            <a:ext cx="310796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2E1761-0953-CE38-B5EC-2D14777FD230}"/>
              </a:ext>
            </a:extLst>
          </p:cNvPr>
          <p:cNvSpPr/>
          <p:nvPr/>
        </p:nvSpPr>
        <p:spPr>
          <a:xfrm>
            <a:off x="13281069" y="22820563"/>
            <a:ext cx="375701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84A02-88C0-BCC7-ED28-E6B23890F8FD}"/>
              </a:ext>
            </a:extLst>
          </p:cNvPr>
          <p:cNvSpPr/>
          <p:nvPr/>
        </p:nvSpPr>
        <p:spPr>
          <a:xfrm>
            <a:off x="17681261" y="22822301"/>
            <a:ext cx="341443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E534192-1806-5695-77BA-CDC5D4F6FCA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1770127" y="21542339"/>
            <a:ext cx="599608" cy="576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64E96C8-4739-8573-28B6-DD1C2A6D570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10449563" y="21557329"/>
            <a:ext cx="585215" cy="576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D601590-86D9-2A5E-6191-89FEF88F9E8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9092702" y="21628059"/>
            <a:ext cx="594994" cy="576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39829D2-B3AB-4A27-3937-A69AB925E60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7764644" y="21628059"/>
            <a:ext cx="580808" cy="5760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38FCB8A-E0D1-F8FD-0C52-1C5E3EF85F3A}"/>
              </a:ext>
            </a:extLst>
          </p:cNvPr>
          <p:cNvSpPr/>
          <p:nvPr/>
        </p:nvSpPr>
        <p:spPr>
          <a:xfrm>
            <a:off x="14630400" y="21917690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CAE7C2F-B95A-0D69-CB36-D9B9D76AA3D9}"/>
              </a:ext>
            </a:extLst>
          </p:cNvPr>
          <p:cNvSpPr/>
          <p:nvPr/>
        </p:nvSpPr>
        <p:spPr>
          <a:xfrm>
            <a:off x="14571967" y="15693258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6683083-AA6C-EAFC-288B-66BA2ABD3DE6}"/>
              </a:ext>
            </a:extLst>
          </p:cNvPr>
          <p:cNvSpPr/>
          <p:nvPr/>
        </p:nvSpPr>
        <p:spPr>
          <a:xfrm>
            <a:off x="14371390" y="8724286"/>
            <a:ext cx="698605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Bootstrap Mean ± SD Gini Index  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FA223B4-D725-67EB-3DB5-DE41D28A7CF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1289417" y="15236309"/>
            <a:ext cx="599608" cy="576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480F032-4FB0-8DBA-C911-E4AC66D9B3D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9799520" y="15251299"/>
            <a:ext cx="585215" cy="576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2DF8C6C2-6503-E7FE-742E-F2783AC91EE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8341061" y="15322029"/>
            <a:ext cx="594994" cy="576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E1BF081-287E-D650-7C33-07BC07AD3E3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6860603" y="15322029"/>
            <a:ext cx="580808" cy="576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08E8098-AFE3-E772-6204-F45C182BCB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r="90286" b="6903"/>
          <a:stretch/>
        </p:blipFill>
        <p:spPr>
          <a:xfrm>
            <a:off x="5369247" y="15322029"/>
            <a:ext cx="616623" cy="5760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2E61619-3748-27E2-4B3E-9899CFE052B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81031" t="87250" r="16686" b="6903"/>
          <a:stretch/>
        </p:blipFill>
        <p:spPr>
          <a:xfrm>
            <a:off x="12624813" y="8410548"/>
            <a:ext cx="599608" cy="576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B6350D9-7E09-BDEF-627E-D50F30BE203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865" t="87250" r="36907" b="6903"/>
          <a:stretch/>
        </p:blipFill>
        <p:spPr>
          <a:xfrm>
            <a:off x="11399425" y="8404518"/>
            <a:ext cx="585215" cy="5760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B865FCC-2D64-F49F-3C55-777B08437D6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636" t="87250" r="54099" b="6903"/>
          <a:stretch/>
        </p:blipFill>
        <p:spPr>
          <a:xfrm>
            <a:off x="10116721" y="8496268"/>
            <a:ext cx="594994" cy="576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0547266B-8AE0-8EBE-37F0-D52460F53C5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6656" t="87250" r="71133" b="6903"/>
          <a:stretch/>
        </p:blipFill>
        <p:spPr>
          <a:xfrm>
            <a:off x="8890263" y="8496268"/>
            <a:ext cx="580808" cy="576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FC33EE0-ED66-8EF3-688B-5069122CC62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366" t="87250" r="90286" b="6903"/>
          <a:stretch/>
        </p:blipFill>
        <p:spPr>
          <a:xfrm>
            <a:off x="7619039" y="8479335"/>
            <a:ext cx="616623" cy="576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7894CD12-1FF8-3BFF-E056-8BEA7A00D555}"/>
              </a:ext>
            </a:extLst>
          </p:cNvPr>
          <p:cNvSpPr/>
          <p:nvPr/>
        </p:nvSpPr>
        <p:spPr>
          <a:xfrm>
            <a:off x="7228135" y="9055375"/>
            <a:ext cx="6301598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9C4C5C-5C6E-FB89-ADF9-B69C45702B2D}"/>
              </a:ext>
            </a:extLst>
          </p:cNvPr>
          <p:cNvSpPr/>
          <p:nvPr/>
        </p:nvSpPr>
        <p:spPr>
          <a:xfrm>
            <a:off x="4775200" y="15961458"/>
            <a:ext cx="7577601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CA9B7C0-986C-AB92-83AE-B550D1032EA4}"/>
              </a:ext>
            </a:extLst>
          </p:cNvPr>
          <p:cNvSpPr/>
          <p:nvPr/>
        </p:nvSpPr>
        <p:spPr>
          <a:xfrm>
            <a:off x="5810353" y="22276943"/>
            <a:ext cx="7113119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Genotypes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A4BA03A-8061-581C-D4E2-1E9A1074B838}"/>
              </a:ext>
            </a:extLst>
          </p:cNvPr>
          <p:cNvSpPr/>
          <p:nvPr/>
        </p:nvSpPr>
        <p:spPr>
          <a:xfrm rot="16200000">
            <a:off x="-2683474" y="5270039"/>
            <a:ext cx="5823986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846B79-76D4-7ABD-FA97-5FDA13514424}"/>
              </a:ext>
            </a:extLst>
          </p:cNvPr>
          <p:cNvSpPr/>
          <p:nvPr/>
        </p:nvSpPr>
        <p:spPr>
          <a:xfrm rot="16200000">
            <a:off x="-2840342" y="12334538"/>
            <a:ext cx="6137723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6D3D444-FF5B-552B-C734-49E75A6E0D0A}"/>
              </a:ext>
            </a:extLst>
          </p:cNvPr>
          <p:cNvSpPr/>
          <p:nvPr/>
        </p:nvSpPr>
        <p:spPr>
          <a:xfrm rot="16200000">
            <a:off x="-2452602" y="18965122"/>
            <a:ext cx="5448105" cy="4570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Taxa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A59F57-D639-96D9-9952-08B34CB98F19}"/>
              </a:ext>
            </a:extLst>
          </p:cNvPr>
          <p:cNvSpPr txBox="1"/>
          <p:nvPr/>
        </p:nvSpPr>
        <p:spPr>
          <a:xfrm>
            <a:off x="-7399" y="2844800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D57583-B228-171A-147E-CA0726B4BCC7}"/>
              </a:ext>
            </a:extLst>
          </p:cNvPr>
          <p:cNvSpPr txBox="1"/>
          <p:nvPr/>
        </p:nvSpPr>
        <p:spPr>
          <a:xfrm>
            <a:off x="-7633" y="9740129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13BFEF-19A1-409C-D05A-81CB8D8E02E3}"/>
              </a:ext>
            </a:extLst>
          </p:cNvPr>
          <p:cNvSpPr txBox="1"/>
          <p:nvPr/>
        </p:nvSpPr>
        <p:spPr>
          <a:xfrm>
            <a:off x="0" y="16827634"/>
            <a:ext cx="5100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802C93-82A2-7E5A-F822-C86F50CADE78}"/>
              </a:ext>
            </a:extLst>
          </p:cNvPr>
          <p:cNvSpPr/>
          <p:nvPr/>
        </p:nvSpPr>
        <p:spPr>
          <a:xfrm>
            <a:off x="6450118" y="21657641"/>
            <a:ext cx="452479" cy="540000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231398-43A3-E55D-FD9B-A7BF9880CE2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443" t="87250" r="90363" b="6903"/>
          <a:stretch/>
        </p:blipFill>
        <p:spPr>
          <a:xfrm>
            <a:off x="6412130" y="21628059"/>
            <a:ext cx="576000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78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91CD12-4846-FD70-FA57-FD391C615F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23" b="20075"/>
          <a:stretch/>
        </p:blipFill>
        <p:spPr>
          <a:xfrm>
            <a:off x="16933" y="96520"/>
            <a:ext cx="21578400" cy="84638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B9F92BF-0599-046D-2F70-90CCF61AF7D8}"/>
              </a:ext>
            </a:extLst>
          </p:cNvPr>
          <p:cNvSpPr/>
          <p:nvPr/>
        </p:nvSpPr>
        <p:spPr>
          <a:xfrm>
            <a:off x="1454704" y="192092"/>
            <a:ext cx="3486947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Amaranthus hybridus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7F9CBA-B427-CEFF-5710-8532BEE548DF}"/>
              </a:ext>
            </a:extLst>
          </p:cNvPr>
          <p:cNvSpPr/>
          <p:nvPr/>
        </p:nvSpPr>
        <p:spPr>
          <a:xfrm>
            <a:off x="5428034" y="192092"/>
            <a:ext cx="3553838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Celosiea argentea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08E36A-7D0E-2FF3-B0EC-31AE1D6D09FB}"/>
              </a:ext>
            </a:extLst>
          </p:cNvPr>
          <p:cNvSpPr/>
          <p:nvPr/>
        </p:nvSpPr>
        <p:spPr>
          <a:xfrm>
            <a:off x="9338553" y="221001"/>
            <a:ext cx="3783157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Corchorus olitorius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910BA7-9803-8ABD-3107-0C4BB89FB3AB}"/>
              </a:ext>
            </a:extLst>
          </p:cNvPr>
          <p:cNvSpPr/>
          <p:nvPr/>
        </p:nvSpPr>
        <p:spPr>
          <a:xfrm>
            <a:off x="13369951" y="239196"/>
            <a:ext cx="378315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Solanum macrocarpon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44374F-0F61-685B-6007-AF2C54612EEC}"/>
              </a:ext>
            </a:extLst>
          </p:cNvPr>
          <p:cNvSpPr/>
          <p:nvPr/>
        </p:nvSpPr>
        <p:spPr>
          <a:xfrm>
            <a:off x="17401348" y="239196"/>
            <a:ext cx="3785496" cy="338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Telfairia occidentalis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D0A035-0197-DBD5-E5B6-F2A39D5586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1773" b="3034"/>
          <a:stretch/>
        </p:blipFill>
        <p:spPr>
          <a:xfrm>
            <a:off x="0" y="8968902"/>
            <a:ext cx="21578400" cy="622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99E8D5-9205-AF95-A344-D7C3D9B99A20}"/>
              </a:ext>
            </a:extLst>
          </p:cNvPr>
          <p:cNvSpPr txBox="1"/>
          <p:nvPr/>
        </p:nvSpPr>
        <p:spPr>
          <a:xfrm>
            <a:off x="0" y="8586684"/>
            <a:ext cx="21578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1577825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084F5A6-90EE-35E7-01E1-CACF52EFB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31686"/>
            <a:ext cx="21600000" cy="162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EAB101-E5AC-1DC7-D1E4-B2F0F1D26CDE}"/>
              </a:ext>
            </a:extLst>
          </p:cNvPr>
          <p:cNvSpPr txBox="1"/>
          <p:nvPr/>
        </p:nvSpPr>
        <p:spPr>
          <a:xfrm>
            <a:off x="22302" y="2631686"/>
            <a:ext cx="543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B0D36-2766-37BF-23A0-A9DBECD6359A}"/>
              </a:ext>
            </a:extLst>
          </p:cNvPr>
          <p:cNvSpPr txBox="1"/>
          <p:nvPr/>
        </p:nvSpPr>
        <p:spPr>
          <a:xfrm>
            <a:off x="0" y="10731686"/>
            <a:ext cx="535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723986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8379C3-4E92-A755-854E-2190353B2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20246571" cy="16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3A0467-EDBC-03A1-E877-7EB0B3333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2194560"/>
            <a:ext cx="12396567" cy="496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340290-53C6-96D1-AD4D-56E993C68D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8704" y="2194559"/>
            <a:ext cx="8940603" cy="496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FA0C0A-4D04-4EAD-991B-875797EDF6A4}"/>
              </a:ext>
            </a:extLst>
          </p:cNvPr>
          <p:cNvSpPr txBox="1"/>
          <p:nvPr/>
        </p:nvSpPr>
        <p:spPr>
          <a:xfrm>
            <a:off x="119716" y="1432560"/>
            <a:ext cx="1227040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Isolation of human-associated bacteria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5BB6-1B22-010C-FD6F-9830093727D8}"/>
              </a:ext>
            </a:extLst>
          </p:cNvPr>
          <p:cNvSpPr txBox="1"/>
          <p:nvPr/>
        </p:nvSpPr>
        <p:spPr>
          <a:xfrm>
            <a:off x="12648703" y="1432560"/>
            <a:ext cx="8940604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Temperature for bacterial growth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2525A43-48BC-7875-6B77-156AA464AF3E}"/>
              </a:ext>
            </a:extLst>
          </p:cNvPr>
          <p:cNvSpPr/>
          <p:nvPr/>
        </p:nvSpPr>
        <p:spPr>
          <a:xfrm>
            <a:off x="3566160" y="2895600"/>
            <a:ext cx="5715000" cy="2057400"/>
          </a:xfrm>
          <a:prstGeom prst="roundRect">
            <a:avLst/>
          </a:prstGeom>
          <a:noFill/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6DA8ED-DBF5-9BF0-442A-14C398B6660C}"/>
              </a:ext>
            </a:extLst>
          </p:cNvPr>
          <p:cNvSpPr/>
          <p:nvPr/>
        </p:nvSpPr>
        <p:spPr>
          <a:xfrm>
            <a:off x="9281160" y="4998720"/>
            <a:ext cx="3206847" cy="2057400"/>
          </a:xfrm>
          <a:prstGeom prst="roundRect">
            <a:avLst/>
          </a:prstGeom>
          <a:noFill/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01C14C6-600A-8DB4-A46B-860459C3B636}"/>
              </a:ext>
            </a:extLst>
          </p:cNvPr>
          <p:cNvSpPr/>
          <p:nvPr/>
        </p:nvSpPr>
        <p:spPr>
          <a:xfrm>
            <a:off x="119716" y="7437120"/>
            <a:ext cx="12368291" cy="1630680"/>
          </a:xfrm>
          <a:prstGeom prst="roundRect">
            <a:avLst/>
          </a:prstGeom>
          <a:solidFill>
            <a:srgbClr val="009193"/>
          </a:solidFill>
          <a:ln w="7620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Experiments with </a:t>
            </a:r>
            <a:r>
              <a:rPr lang="en-US" sz="5400" i="1" dirty="0">
                <a:solidFill>
                  <a:schemeClr val="bg1"/>
                </a:solidFill>
              </a:rPr>
              <a:t>Caenorhabditis elegans : </a:t>
            </a:r>
            <a:r>
              <a:rPr lang="en-US" sz="5400" dirty="0">
                <a:solidFill>
                  <a:schemeClr val="bg1"/>
                </a:solidFill>
              </a:rPr>
              <a:t>Fecundity, motility, &amp; healthy aging assays </a:t>
            </a:r>
            <a:endParaRPr lang="en-US" sz="5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579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83C4E2-2308-3EF6-92B4-2F6D71DD3E83}"/>
              </a:ext>
            </a:extLst>
          </p:cNvPr>
          <p:cNvSpPr txBox="1"/>
          <p:nvPr/>
        </p:nvSpPr>
        <p:spPr>
          <a:xfrm>
            <a:off x="-1023" y="566662"/>
            <a:ext cx="216005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2"/>
              </a:rPr>
              <a:t>KEGG pathway database (Musaceae)</a:t>
            </a:r>
          </a:p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2"/>
              </a:rPr>
              <a:t> https://www.kegg.jp/pathway/mapno=00940&amp;category=Musaceae</a:t>
            </a:r>
            <a:endParaRPr lang="en-US" sz="4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5539BD-B92F-48B3-9632-04182E4167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87"/>
          <a:stretch/>
        </p:blipFill>
        <p:spPr>
          <a:xfrm>
            <a:off x="3" y="1953635"/>
            <a:ext cx="21601554" cy="1548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33D2F0A-F9FE-8ED9-5F51-FDC6708DCC3B}"/>
              </a:ext>
            </a:extLst>
          </p:cNvPr>
          <p:cNvSpPr/>
          <p:nvPr/>
        </p:nvSpPr>
        <p:spPr>
          <a:xfrm>
            <a:off x="1390918" y="5550790"/>
            <a:ext cx="965916" cy="450760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118490-C8FC-3216-B2BD-D3E779D7102A}"/>
              </a:ext>
            </a:extLst>
          </p:cNvPr>
          <p:cNvSpPr/>
          <p:nvPr/>
        </p:nvSpPr>
        <p:spPr>
          <a:xfrm>
            <a:off x="3037267" y="6310642"/>
            <a:ext cx="965916" cy="40997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AD6432-7F87-9DAF-CF16-B860BE8A3B39}"/>
              </a:ext>
            </a:extLst>
          </p:cNvPr>
          <p:cNvSpPr/>
          <p:nvPr/>
        </p:nvSpPr>
        <p:spPr>
          <a:xfrm>
            <a:off x="6963177" y="6297763"/>
            <a:ext cx="965916" cy="409977"/>
          </a:xfrm>
          <a:prstGeom prst="rect">
            <a:avLst/>
          </a:prstGeom>
          <a:noFill/>
          <a:ln w="5715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DA590C-59D7-0F27-0D3E-920807463A72}"/>
              </a:ext>
            </a:extLst>
          </p:cNvPr>
          <p:cNvSpPr/>
          <p:nvPr/>
        </p:nvSpPr>
        <p:spPr>
          <a:xfrm>
            <a:off x="10799250" y="6310641"/>
            <a:ext cx="965916" cy="409977"/>
          </a:xfrm>
          <a:prstGeom prst="rect">
            <a:avLst/>
          </a:prstGeom>
          <a:noFill/>
          <a:ln w="57150">
            <a:solidFill>
              <a:srgbClr val="943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16C9-C60F-73EC-927F-A8E7841B41E7}"/>
              </a:ext>
            </a:extLst>
          </p:cNvPr>
          <p:cNvSpPr/>
          <p:nvPr/>
        </p:nvSpPr>
        <p:spPr>
          <a:xfrm>
            <a:off x="160984" y="18330900"/>
            <a:ext cx="5356590" cy="923017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phenylalanine ammonia-lyase [EC:</a:t>
            </a:r>
            <a:r>
              <a:rPr lang="en-GB" sz="2000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4.3.1.24</a:t>
            </a: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  <a:endParaRPr lang="en-US" sz="2000" dirty="0">
              <a:solidFill>
                <a:schemeClr val="tx2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0607A9-9127-7392-89F6-80DB53CD29A2}"/>
              </a:ext>
            </a:extLst>
          </p:cNvPr>
          <p:cNvSpPr/>
          <p:nvPr/>
        </p:nvSpPr>
        <p:spPr>
          <a:xfrm>
            <a:off x="5894546" y="18356655"/>
            <a:ext cx="4811068" cy="9101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trans-cinnamate 4-monooxygenase [EC:</a:t>
            </a:r>
            <a:r>
              <a:rPr lang="en-GB" sz="2000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1.14.14.91</a:t>
            </a: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</a:p>
          <a:p>
            <a:endParaRPr lang="en-GB" sz="2000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528DFF-D578-3DC4-63D1-AFF593A5FD2D}"/>
              </a:ext>
            </a:extLst>
          </p:cNvPr>
          <p:cNvSpPr/>
          <p:nvPr/>
        </p:nvSpPr>
        <p:spPr>
          <a:xfrm>
            <a:off x="11270884" y="18343778"/>
            <a:ext cx="4811068" cy="923017"/>
          </a:xfrm>
          <a:prstGeom prst="rect">
            <a:avLst/>
          </a:prstGeom>
          <a:noFill/>
          <a:ln w="57150">
            <a:solidFill>
              <a:srgbClr val="0091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sz="2000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p-coumarate 3-hydroxylase</a:t>
            </a:r>
          </a:p>
          <a:p>
            <a:pPr algn="ctr"/>
            <a:endParaRPr lang="en-GB" sz="2000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A3E4-F038-0A43-BDBB-5250A732A95D}"/>
              </a:ext>
            </a:extLst>
          </p:cNvPr>
          <p:cNvSpPr/>
          <p:nvPr/>
        </p:nvSpPr>
        <p:spPr>
          <a:xfrm>
            <a:off x="16811537" y="18330900"/>
            <a:ext cx="4627003" cy="923016"/>
          </a:xfrm>
          <a:prstGeom prst="rect">
            <a:avLst/>
          </a:prstGeom>
          <a:noFill/>
          <a:ln w="57150">
            <a:solidFill>
              <a:srgbClr val="943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b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caffeic acid 3-O-methyltransferase / acetylserotonin O-methyltransferase [EC:</a:t>
            </a:r>
            <a:r>
              <a:rPr lang="en-GB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2.1.1.68</a:t>
            </a: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  <a:r>
              <a:rPr lang="en-GB" u="none" strike="noStrike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2.1.1.4</a:t>
            </a:r>
            <a:r>
              <a:rPr lang="en-GB" dirty="0">
                <a:solidFill>
                  <a:schemeClr val="tx2">
                    <a:lumMod val="50000"/>
                  </a:schemeClr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]</a:t>
            </a:r>
          </a:p>
          <a:p>
            <a:endParaRPr lang="en-GB" dirty="0">
              <a:solidFill>
                <a:schemeClr val="tx2">
                  <a:lumMod val="50000"/>
                </a:schemeClr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98B05F-5412-4A6E-93C9-843AA8795A60}"/>
              </a:ext>
            </a:extLst>
          </p:cNvPr>
          <p:cNvSpPr txBox="1"/>
          <p:nvPr/>
        </p:nvSpPr>
        <p:spPr>
          <a:xfrm>
            <a:off x="160984" y="17459393"/>
            <a:ext cx="103060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Key genes for a priori screening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5541005-F10B-AC08-B642-A0AFE4CB28F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250"/>
          <a:stretch/>
        </p:blipFill>
        <p:spPr>
          <a:xfrm>
            <a:off x="18" y="21524420"/>
            <a:ext cx="6846451" cy="6912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600ECF3-A7E8-0D10-C5A6-15A5E90358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9093" y="21524420"/>
            <a:ext cx="6408659" cy="6984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A00ECD-38FA-D506-A857-9EE597BC1D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600882" y="21524420"/>
            <a:ext cx="6873571" cy="6912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8552282-2634-496C-DA1F-F24855AA6CFE}"/>
              </a:ext>
            </a:extLst>
          </p:cNvPr>
          <p:cNvSpPr txBox="1"/>
          <p:nvPr/>
        </p:nvSpPr>
        <p:spPr>
          <a:xfrm>
            <a:off x="25755" y="20327385"/>
            <a:ext cx="216005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A SCHEMATIC REPRESENMTATION OF THE FRAMEWORK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9F3A11F-1A9E-8DE0-28D9-DF1DF56F0B0F}"/>
              </a:ext>
            </a:extLst>
          </p:cNvPr>
          <p:cNvSpPr/>
          <p:nvPr/>
        </p:nvSpPr>
        <p:spPr>
          <a:xfrm>
            <a:off x="1873876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7625C95-1AAE-9C14-5A30-4B4BF12047EF}"/>
              </a:ext>
            </a:extLst>
          </p:cNvPr>
          <p:cNvSpPr/>
          <p:nvPr/>
        </p:nvSpPr>
        <p:spPr>
          <a:xfrm>
            <a:off x="7116038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8DAFB79-CCF5-7D68-5A22-6A5472AEE747}"/>
              </a:ext>
            </a:extLst>
          </p:cNvPr>
          <p:cNvSpPr/>
          <p:nvPr/>
        </p:nvSpPr>
        <p:spPr>
          <a:xfrm>
            <a:off x="14019017" y="27419118"/>
            <a:ext cx="914400" cy="914400"/>
          </a:xfrm>
          <a:prstGeom prst="ellipse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8944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D40907-6A3B-1F3E-16E5-8B439040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6320"/>
            <a:ext cx="21598045" cy="232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941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137373</TotalTime>
  <Words>422</Words>
  <Application>Microsoft Macintosh PowerPoint</Application>
  <PresentationFormat>Custom</PresentationFormat>
  <Paragraphs>213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Expedito Olimi</dc:creator>
  <cp:lastModifiedBy>Microsoft Office User</cp:lastModifiedBy>
  <cp:revision>276</cp:revision>
  <cp:lastPrinted>2025-07-07T16:09:21Z</cp:lastPrinted>
  <dcterms:created xsi:type="dcterms:W3CDTF">2024-03-20T15:24:22Z</dcterms:created>
  <dcterms:modified xsi:type="dcterms:W3CDTF">2025-07-11T16:05:22Z</dcterms:modified>
</cp:coreProperties>
</file>